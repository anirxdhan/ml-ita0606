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4" r:id="rId8"/>
    <p:sldId id="265" r:id="rId9"/>
    <p:sldId id="266" r:id="rId10"/>
    <p:sldId id="270" r:id="rId11"/>
    <p:sldId id="268" r:id="rId12"/>
    <p:sldId id="269" r:id="rId13"/>
  </p:sldIdLst>
  <p:sldSz cx="24384000" cy="13716000"/>
  <p:notesSz cx="6858000" cy="9144000"/>
  <p:embeddedFontLst>
    <p:embeddedFont>
      <p:font typeface="Helvetica Neue" panose="020B0604020202090204" pitchFamily="3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hoJ511EMnYNe7VAzbopb3bC5Tj7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33" d="100"/>
          <a:sy n="33" d="100"/>
        </p:scale>
        <p:origin x="84" y="1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font" Target="fonts/font4.fntdata" /><Relationship Id="rId26"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font" Target="fonts/font3.fntdata" /><Relationship Id="rId25"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font" Target="fonts/font2.fntdata"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customschemas.google.com/relationships/presentationmetadata" Target="metadata" /><Relationship Id="rId5" Type="http://schemas.openxmlformats.org/officeDocument/2006/relationships/slide" Target="slides/slide4.xml" /><Relationship Id="rId15" Type="http://schemas.openxmlformats.org/officeDocument/2006/relationships/font" Target="fonts/font1.fntdata" /><Relationship Id="rId28"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notesMaster" Target="notesMasters/notesMaster1.xml" /><Relationship Id="rId2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1pPr>
            <a:lvl2pPr marL="914400" marR="0" lvl="1"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2pPr>
            <a:lvl3pPr marL="1371600" marR="0" lvl="2"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3pPr>
            <a:lvl4pPr marL="1828800" marR="0" lvl="3"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4pPr>
            <a:lvl5pPr marL="2286000" marR="0" lvl="4"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5pPr>
            <a:lvl6pPr marL="2743200" marR="0" lvl="5"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6pPr>
            <a:lvl7pPr marL="3200400" marR="0" lvl="6"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7pPr>
            <a:lvl8pPr marL="3657600" marR="0" lvl="7"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8pPr>
            <a:lvl9pPr marL="4114800" marR="0" lvl="8"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6bc379c7b1_0_55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g36bc379c7b1_0_5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6bc379c7b1_0_56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g36bc379c7b1_0_5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6bc379c7b1_0_56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g36bc379c7b1_0_5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6bc379c7b1_0_57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g36bc379c7b1_0_5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6bc379c7b1_0_57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g36bc379c7b1_0_5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6bc379c7b1_0_58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g36bc379c7b1_0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6bc379c7b1_0_60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g36bc379c7b1_0_6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6bc379c7b1_0_60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g36bc379c7b1_0_6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6bc379c7b1_0_61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g36bc379c7b1_0_6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320216D8-494A-3284-37BA-0411E54EBCEE}"/>
            </a:ext>
          </a:extLst>
        </p:cNvPr>
        <p:cNvGrpSpPr/>
        <p:nvPr/>
      </p:nvGrpSpPr>
      <p:grpSpPr>
        <a:xfrm>
          <a:off x="0" y="0"/>
          <a:ext cx="0" cy="0"/>
          <a:chOff x="0" y="0"/>
          <a:chExt cx="0" cy="0"/>
        </a:xfrm>
      </p:grpSpPr>
      <p:sp>
        <p:nvSpPr>
          <p:cNvPr id="160" name="Google Shape;160;g36bc379c7b1_0_614:notes">
            <a:extLst>
              <a:ext uri="{FF2B5EF4-FFF2-40B4-BE49-F238E27FC236}">
                <a16:creationId xmlns:a16="http://schemas.microsoft.com/office/drawing/2014/main" id="{86E48437-3ADE-4172-6947-CDE008681D20}"/>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g36bc379c7b1_0_614:notes">
            <a:extLst>
              <a:ext uri="{FF2B5EF4-FFF2-40B4-BE49-F238E27FC236}">
                <a16:creationId xmlns:a16="http://schemas.microsoft.com/office/drawing/2014/main" id="{ADB6E7C7-A0F6-C3FD-7A4C-EFDA1E3ED9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8390713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6bc379c7b1_0_62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g36bc379c7b1_0_6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6bc379c7b1_1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82" name="Google Shape;182;g36bc379c7b1_10_14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type="title">
  <p:cSld name="TITLE">
    <p:spTree>
      <p:nvGrpSpPr>
        <p:cNvPr id="1" name="Shape 11"/>
        <p:cNvGrpSpPr/>
        <p:nvPr/>
      </p:nvGrpSpPr>
      <p:grpSpPr>
        <a:xfrm>
          <a:off x="0" y="0"/>
          <a:ext cx="0" cy="0"/>
          <a:chOff x="0" y="0"/>
          <a:chExt cx="0" cy="0"/>
        </a:xfrm>
      </p:grpSpPr>
      <p:sp>
        <p:nvSpPr>
          <p:cNvPr id="12" name="Google Shape;12;g36bc379c7b1_10_63"/>
          <p:cNvSpPr txBox="1">
            <a:spLocks noGrp="1"/>
          </p:cNvSpPr>
          <p:nvPr>
            <p:ph type="body" idx="1"/>
          </p:nvPr>
        </p:nvSpPr>
        <p:spPr>
          <a:xfrm>
            <a:off x="1201340" y="11859862"/>
            <a:ext cx="21971100" cy="6369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3600"/>
              <a:buFont typeface="Helvetica Neue"/>
              <a:buNone/>
              <a:defRPr sz="36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13" name="Google Shape;13;g36bc379c7b1_10_63"/>
          <p:cNvSpPr txBox="1">
            <a:spLocks noGrp="1"/>
          </p:cNvSpPr>
          <p:nvPr>
            <p:ph type="title"/>
          </p:nvPr>
        </p:nvSpPr>
        <p:spPr>
          <a:xfrm>
            <a:off x="1206496" y="2574991"/>
            <a:ext cx="21971100" cy="4648200"/>
          </a:xfrm>
          <a:prstGeom prst="rect">
            <a:avLst/>
          </a:prstGeom>
          <a:noFill/>
          <a:ln>
            <a:noFill/>
          </a:ln>
        </p:spPr>
        <p:txBody>
          <a:bodyPr spcFirstLastPara="1" wrap="square" lIns="50800" tIns="50800" rIns="50800" bIns="50800" anchor="b" anchorCtr="0">
            <a:normAutofit/>
          </a:bodyPr>
          <a:lstStyle>
            <a:lvl1pPr lvl="0" algn="l">
              <a:lnSpc>
                <a:spcPct val="80000"/>
              </a:lnSpc>
              <a:spcBef>
                <a:spcPts val="0"/>
              </a:spcBef>
              <a:spcAft>
                <a:spcPts val="0"/>
              </a:spcAft>
              <a:buClr>
                <a:srgbClr val="000000"/>
              </a:buClr>
              <a:buSzPts val="11600"/>
              <a:buFont typeface="Helvetica Neue"/>
              <a:buNone/>
              <a:defRPr sz="116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14" name="Google Shape;14;g36bc379c7b1_10_63"/>
          <p:cNvSpPr txBox="1">
            <a:spLocks noGrp="1"/>
          </p:cNvSpPr>
          <p:nvPr>
            <p:ph type="body" idx="2"/>
          </p:nvPr>
        </p:nvSpPr>
        <p:spPr>
          <a:xfrm>
            <a:off x="1201342" y="7223190"/>
            <a:ext cx="21971100" cy="1905000"/>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228600" algn="l">
              <a:lnSpc>
                <a:spcPct val="100000"/>
              </a:lnSpc>
              <a:spcBef>
                <a:spcPts val="0"/>
              </a:spcBef>
              <a:spcAft>
                <a:spcPts val="0"/>
              </a:spcAft>
              <a:buClr>
                <a:srgbClr val="000000"/>
              </a:buClr>
              <a:buSzPts val="5500"/>
              <a:buFont typeface="Helvetica Neue"/>
              <a:buNone/>
              <a:defRPr sz="5500" b="1"/>
            </a:lvl2pPr>
            <a:lvl3pPr marL="1371600" lvl="2" indent="-228600" algn="l">
              <a:lnSpc>
                <a:spcPct val="100000"/>
              </a:lnSpc>
              <a:spcBef>
                <a:spcPts val="0"/>
              </a:spcBef>
              <a:spcAft>
                <a:spcPts val="0"/>
              </a:spcAft>
              <a:buClr>
                <a:srgbClr val="000000"/>
              </a:buClr>
              <a:buSzPts val="5500"/>
              <a:buFont typeface="Helvetica Neue"/>
              <a:buNone/>
              <a:defRPr sz="5500" b="1"/>
            </a:lvl3pPr>
            <a:lvl4pPr marL="1828800" lvl="3" indent="-228600" algn="l">
              <a:lnSpc>
                <a:spcPct val="100000"/>
              </a:lnSpc>
              <a:spcBef>
                <a:spcPts val="0"/>
              </a:spcBef>
              <a:spcAft>
                <a:spcPts val="0"/>
              </a:spcAft>
              <a:buClr>
                <a:srgbClr val="000000"/>
              </a:buClr>
              <a:buSzPts val="5500"/>
              <a:buFont typeface="Helvetica Neue"/>
              <a:buNone/>
              <a:defRPr sz="5500" b="1"/>
            </a:lvl4pPr>
            <a:lvl5pPr marL="2286000" lvl="4" indent="-228600" algn="l">
              <a:lnSpc>
                <a:spcPct val="100000"/>
              </a:lnSpc>
              <a:spcBef>
                <a:spcPts val="0"/>
              </a:spcBef>
              <a:spcAft>
                <a:spcPts val="0"/>
              </a:spcAft>
              <a:buClr>
                <a:srgbClr val="000000"/>
              </a:buClr>
              <a:buSzPts val="5500"/>
              <a:buFont typeface="Helvetica Neue"/>
              <a:buNone/>
              <a:defRPr sz="55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pic>
        <p:nvPicPr>
          <p:cNvPr id="15" name="Google Shape;15;g36bc379c7b1_10_63" descr="pasted-movie.heif"/>
          <p:cNvPicPr preferRelativeResize="0"/>
          <p:nvPr/>
        </p:nvPicPr>
        <p:blipFill rotWithShape="1">
          <a:blip r:embed="rId2">
            <a:alphaModFix/>
          </a:blip>
          <a:srcRect t="388" r="85449" b="9056"/>
          <a:stretch/>
        </p:blipFill>
        <p:spPr>
          <a:xfrm>
            <a:off x="153721" y="-43900"/>
            <a:ext cx="1996582" cy="2236229"/>
          </a:xfrm>
          <a:prstGeom prst="rect">
            <a:avLst/>
          </a:prstGeom>
          <a:noFill/>
          <a:ln>
            <a:noFill/>
          </a:ln>
        </p:spPr>
      </p:pic>
      <p:pic>
        <p:nvPicPr>
          <p:cNvPr id="16" name="Google Shape;16;g36bc379c7b1_10_63" descr="pasted-movie.heif"/>
          <p:cNvPicPr preferRelativeResize="0"/>
          <p:nvPr/>
        </p:nvPicPr>
        <p:blipFill rotWithShape="1">
          <a:blip r:embed="rId2">
            <a:alphaModFix/>
          </a:blip>
          <a:srcRect l="50059" r="34355" b="9675"/>
          <a:stretch/>
        </p:blipFill>
        <p:spPr>
          <a:xfrm>
            <a:off x="22190187" y="213870"/>
            <a:ext cx="1649695" cy="1720655"/>
          </a:xfrm>
          <a:prstGeom prst="rect">
            <a:avLst/>
          </a:prstGeom>
          <a:noFill/>
          <a:ln>
            <a:noFill/>
          </a:ln>
        </p:spPr>
      </p:pic>
      <p:sp>
        <p:nvSpPr>
          <p:cNvPr id="17" name="Google Shape;17;g36bc379c7b1_10_63"/>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mp; Bullets" type="tx">
  <p:cSld name="TITLE_AND_BODY">
    <p:spTree>
      <p:nvGrpSpPr>
        <p:cNvPr id="1" name="Shape 18"/>
        <p:cNvGrpSpPr/>
        <p:nvPr/>
      </p:nvGrpSpPr>
      <p:grpSpPr>
        <a:xfrm>
          <a:off x="0" y="0"/>
          <a:ext cx="0" cy="0"/>
          <a:chOff x="0" y="0"/>
          <a:chExt cx="0" cy="0"/>
        </a:xfrm>
      </p:grpSpPr>
      <p:sp>
        <p:nvSpPr>
          <p:cNvPr id="19" name="Google Shape;19;g36bc379c7b1_10_70"/>
          <p:cNvSpPr txBox="1">
            <a:spLocks noGrp="1"/>
          </p:cNvSpPr>
          <p:nvPr>
            <p:ph type="title"/>
          </p:nvPr>
        </p:nvSpPr>
        <p:spPr>
          <a:xfrm>
            <a:off x="1206500" y="1079500"/>
            <a:ext cx="21971100" cy="14331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20" name="Google Shape;20;g36bc379c7b1_10_70"/>
          <p:cNvSpPr txBox="1">
            <a:spLocks noGrp="1"/>
          </p:cNvSpPr>
          <p:nvPr>
            <p:ph type="body" idx="1"/>
          </p:nvPr>
        </p:nvSpPr>
        <p:spPr>
          <a:xfrm>
            <a:off x="1206500" y="2372962"/>
            <a:ext cx="21971100" cy="93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21" name="Google Shape;21;g36bc379c7b1_10_70"/>
          <p:cNvSpPr txBox="1">
            <a:spLocks noGrp="1"/>
          </p:cNvSpPr>
          <p:nvPr>
            <p:ph type="body" idx="2"/>
          </p:nvPr>
        </p:nvSpPr>
        <p:spPr>
          <a:xfrm>
            <a:off x="1206500" y="4248504"/>
            <a:ext cx="21971100" cy="8256000"/>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22" name="Google Shape;22;g36bc379c7b1_10_70"/>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amp; Photo">
  <p:cSld name="Title &amp; Photo">
    <p:spTree>
      <p:nvGrpSpPr>
        <p:cNvPr id="1" name="Shape 23"/>
        <p:cNvGrpSpPr/>
        <p:nvPr/>
      </p:nvGrpSpPr>
      <p:grpSpPr>
        <a:xfrm>
          <a:off x="0" y="0"/>
          <a:ext cx="0" cy="0"/>
          <a:chOff x="0" y="0"/>
          <a:chExt cx="0" cy="0"/>
        </a:xfrm>
      </p:grpSpPr>
      <p:sp>
        <p:nvSpPr>
          <p:cNvPr id="24" name="Google Shape;24;g36bc379c7b1_10_75"/>
          <p:cNvSpPr>
            <a:spLocks noGrp="1"/>
          </p:cNvSpPr>
          <p:nvPr>
            <p:ph type="pic" idx="2"/>
          </p:nvPr>
        </p:nvSpPr>
        <p:spPr>
          <a:xfrm>
            <a:off x="-1155700" y="-1295400"/>
            <a:ext cx="26746200" cy="16018800"/>
          </a:xfrm>
          <a:prstGeom prst="rect">
            <a:avLst/>
          </a:prstGeom>
          <a:noFill/>
          <a:ln>
            <a:noFill/>
          </a:ln>
        </p:spPr>
        <p:txBody>
          <a:bodyPr/>
          <a:lstStyle/>
          <a:p>
            <a:endParaRPr lang="en-IN"/>
          </a:p>
        </p:txBody>
      </p:sp>
      <p:sp>
        <p:nvSpPr>
          <p:cNvPr id="25" name="Google Shape;25;g36bc379c7b1_10_75"/>
          <p:cNvSpPr txBox="1">
            <a:spLocks noGrp="1"/>
          </p:cNvSpPr>
          <p:nvPr>
            <p:ph type="title"/>
          </p:nvPr>
        </p:nvSpPr>
        <p:spPr>
          <a:xfrm>
            <a:off x="1206500" y="7124700"/>
            <a:ext cx="21971100" cy="4648200"/>
          </a:xfrm>
          <a:prstGeom prst="rect">
            <a:avLst/>
          </a:prstGeom>
          <a:noFill/>
          <a:ln>
            <a:noFill/>
          </a:ln>
        </p:spPr>
        <p:txBody>
          <a:bodyPr spcFirstLastPara="1" wrap="square" lIns="50800" tIns="50800" rIns="50800" bIns="50800" anchor="b" anchorCtr="0">
            <a:normAutofit/>
          </a:bodyPr>
          <a:lstStyle>
            <a:lvl1pPr lvl="0" algn="l">
              <a:lnSpc>
                <a:spcPct val="80000"/>
              </a:lnSpc>
              <a:spcBef>
                <a:spcPts val="0"/>
              </a:spcBef>
              <a:spcAft>
                <a:spcPts val="0"/>
              </a:spcAft>
              <a:buClr>
                <a:srgbClr val="000000"/>
              </a:buClr>
              <a:buSzPts val="11600"/>
              <a:buFont typeface="Helvetica Neue"/>
              <a:buNone/>
              <a:defRPr sz="11600"/>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26" name="Google Shape;26;g36bc379c7b1_10_75"/>
          <p:cNvSpPr txBox="1">
            <a:spLocks noGrp="1"/>
          </p:cNvSpPr>
          <p:nvPr>
            <p:ph type="body" idx="1"/>
          </p:nvPr>
        </p:nvSpPr>
        <p:spPr>
          <a:xfrm>
            <a:off x="1207690" y="1106137"/>
            <a:ext cx="21968700" cy="6369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3600"/>
              <a:buFont typeface="Helvetica Neue"/>
              <a:buNone/>
              <a:defRPr sz="36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27" name="Google Shape;27;g36bc379c7b1_10_75"/>
          <p:cNvSpPr txBox="1">
            <a:spLocks noGrp="1"/>
          </p:cNvSpPr>
          <p:nvPr>
            <p:ph type="body" idx="3"/>
          </p:nvPr>
        </p:nvSpPr>
        <p:spPr>
          <a:xfrm>
            <a:off x="1206500" y="11609910"/>
            <a:ext cx="21971100" cy="1116900"/>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228600" algn="l">
              <a:lnSpc>
                <a:spcPct val="100000"/>
              </a:lnSpc>
              <a:spcBef>
                <a:spcPts val="0"/>
              </a:spcBef>
              <a:spcAft>
                <a:spcPts val="0"/>
              </a:spcAft>
              <a:buClr>
                <a:srgbClr val="000000"/>
              </a:buClr>
              <a:buSzPts val="5500"/>
              <a:buFont typeface="Helvetica Neue"/>
              <a:buNone/>
              <a:defRPr sz="5500" b="1"/>
            </a:lvl2pPr>
            <a:lvl3pPr marL="1371600" lvl="2" indent="-228600" algn="l">
              <a:lnSpc>
                <a:spcPct val="100000"/>
              </a:lnSpc>
              <a:spcBef>
                <a:spcPts val="0"/>
              </a:spcBef>
              <a:spcAft>
                <a:spcPts val="0"/>
              </a:spcAft>
              <a:buClr>
                <a:srgbClr val="000000"/>
              </a:buClr>
              <a:buSzPts val="5500"/>
              <a:buFont typeface="Helvetica Neue"/>
              <a:buNone/>
              <a:defRPr sz="5500" b="1"/>
            </a:lvl3pPr>
            <a:lvl4pPr marL="1828800" lvl="3" indent="-228600" algn="l">
              <a:lnSpc>
                <a:spcPct val="100000"/>
              </a:lnSpc>
              <a:spcBef>
                <a:spcPts val="0"/>
              </a:spcBef>
              <a:spcAft>
                <a:spcPts val="0"/>
              </a:spcAft>
              <a:buClr>
                <a:srgbClr val="000000"/>
              </a:buClr>
              <a:buSzPts val="5500"/>
              <a:buFont typeface="Helvetica Neue"/>
              <a:buNone/>
              <a:defRPr sz="5500" b="1"/>
            </a:lvl4pPr>
            <a:lvl5pPr marL="2286000" lvl="4" indent="-228600" algn="l">
              <a:lnSpc>
                <a:spcPct val="100000"/>
              </a:lnSpc>
              <a:spcBef>
                <a:spcPts val="0"/>
              </a:spcBef>
              <a:spcAft>
                <a:spcPts val="0"/>
              </a:spcAft>
              <a:buClr>
                <a:srgbClr val="000000"/>
              </a:buClr>
              <a:buSzPts val="5500"/>
              <a:buFont typeface="Helvetica Neue"/>
              <a:buNone/>
              <a:defRPr sz="55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28" name="Google Shape;28;g36bc379c7b1_10_75"/>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amp; Photo Alt">
  <p:cSld name="Title &amp; Photo Alt">
    <p:spTree>
      <p:nvGrpSpPr>
        <p:cNvPr id="1" name="Shape 29"/>
        <p:cNvGrpSpPr/>
        <p:nvPr/>
      </p:nvGrpSpPr>
      <p:grpSpPr>
        <a:xfrm>
          <a:off x="0" y="0"/>
          <a:ext cx="0" cy="0"/>
          <a:chOff x="0" y="0"/>
          <a:chExt cx="0" cy="0"/>
        </a:xfrm>
      </p:grpSpPr>
      <p:sp>
        <p:nvSpPr>
          <p:cNvPr id="30" name="Google Shape;30;g36bc379c7b1_10_81"/>
          <p:cNvSpPr>
            <a:spLocks noGrp="1"/>
          </p:cNvSpPr>
          <p:nvPr>
            <p:ph type="pic" idx="2"/>
          </p:nvPr>
        </p:nvSpPr>
        <p:spPr>
          <a:xfrm>
            <a:off x="10972800" y="-203200"/>
            <a:ext cx="12144900" cy="14135100"/>
          </a:xfrm>
          <a:prstGeom prst="rect">
            <a:avLst/>
          </a:prstGeom>
          <a:noFill/>
          <a:ln>
            <a:noFill/>
          </a:ln>
        </p:spPr>
        <p:txBody>
          <a:bodyPr/>
          <a:lstStyle/>
          <a:p>
            <a:endParaRPr lang="en-IN"/>
          </a:p>
        </p:txBody>
      </p:sp>
      <p:sp>
        <p:nvSpPr>
          <p:cNvPr id="31" name="Google Shape;31;g36bc379c7b1_10_81"/>
          <p:cNvSpPr txBox="1">
            <a:spLocks noGrp="1"/>
          </p:cNvSpPr>
          <p:nvPr>
            <p:ph type="title"/>
          </p:nvPr>
        </p:nvSpPr>
        <p:spPr>
          <a:xfrm>
            <a:off x="1206500" y="1270000"/>
            <a:ext cx="9779100" cy="5882400"/>
          </a:xfrm>
          <a:prstGeom prst="rect">
            <a:avLst/>
          </a:prstGeom>
          <a:noFill/>
          <a:ln>
            <a:noFill/>
          </a:ln>
        </p:spPr>
        <p:txBody>
          <a:bodyPr spcFirstLastPara="1" wrap="square" lIns="50800" tIns="50800" rIns="50800" bIns="50800" anchor="b"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32" name="Google Shape;32;g36bc379c7b1_10_81"/>
          <p:cNvSpPr txBox="1">
            <a:spLocks noGrp="1"/>
          </p:cNvSpPr>
          <p:nvPr>
            <p:ph type="body" idx="1"/>
          </p:nvPr>
        </p:nvSpPr>
        <p:spPr>
          <a:xfrm>
            <a:off x="1206500" y="7060576"/>
            <a:ext cx="9779100" cy="5385300"/>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228600" algn="l">
              <a:lnSpc>
                <a:spcPct val="100000"/>
              </a:lnSpc>
              <a:spcBef>
                <a:spcPts val="0"/>
              </a:spcBef>
              <a:spcAft>
                <a:spcPts val="0"/>
              </a:spcAft>
              <a:buClr>
                <a:srgbClr val="000000"/>
              </a:buClr>
              <a:buSzPts val="5500"/>
              <a:buFont typeface="Helvetica Neue"/>
              <a:buNone/>
              <a:defRPr sz="5500" b="1"/>
            </a:lvl2pPr>
            <a:lvl3pPr marL="1371600" lvl="2" indent="-228600" algn="l">
              <a:lnSpc>
                <a:spcPct val="100000"/>
              </a:lnSpc>
              <a:spcBef>
                <a:spcPts val="0"/>
              </a:spcBef>
              <a:spcAft>
                <a:spcPts val="0"/>
              </a:spcAft>
              <a:buClr>
                <a:srgbClr val="000000"/>
              </a:buClr>
              <a:buSzPts val="5500"/>
              <a:buFont typeface="Helvetica Neue"/>
              <a:buNone/>
              <a:defRPr sz="5500" b="1"/>
            </a:lvl3pPr>
            <a:lvl4pPr marL="1828800" lvl="3" indent="-228600" algn="l">
              <a:lnSpc>
                <a:spcPct val="100000"/>
              </a:lnSpc>
              <a:spcBef>
                <a:spcPts val="0"/>
              </a:spcBef>
              <a:spcAft>
                <a:spcPts val="0"/>
              </a:spcAft>
              <a:buClr>
                <a:srgbClr val="000000"/>
              </a:buClr>
              <a:buSzPts val="5500"/>
              <a:buFont typeface="Helvetica Neue"/>
              <a:buNone/>
              <a:defRPr sz="5500" b="1"/>
            </a:lvl4pPr>
            <a:lvl5pPr marL="2286000" lvl="4" indent="-228600" algn="l">
              <a:lnSpc>
                <a:spcPct val="100000"/>
              </a:lnSpc>
              <a:spcBef>
                <a:spcPts val="0"/>
              </a:spcBef>
              <a:spcAft>
                <a:spcPts val="0"/>
              </a:spcAft>
              <a:buClr>
                <a:srgbClr val="000000"/>
              </a:buClr>
              <a:buSzPts val="5500"/>
              <a:buFont typeface="Helvetica Neue"/>
              <a:buNone/>
              <a:defRPr sz="55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33" name="Google Shape;33;g36bc379c7b1_10_81"/>
          <p:cNvSpPr txBox="1">
            <a:spLocks noGrp="1"/>
          </p:cNvSpPr>
          <p:nvPr>
            <p:ph type="sldNum" idx="12"/>
          </p:nvPr>
        </p:nvSpPr>
        <p:spPr>
          <a:xfrm>
            <a:off x="12001499" y="13085233"/>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Bullets">
  <p:cSld name="Bullets">
    <p:spTree>
      <p:nvGrpSpPr>
        <p:cNvPr id="1" name="Shape 34"/>
        <p:cNvGrpSpPr/>
        <p:nvPr/>
      </p:nvGrpSpPr>
      <p:grpSpPr>
        <a:xfrm>
          <a:off x="0" y="0"/>
          <a:ext cx="0" cy="0"/>
          <a:chOff x="0" y="0"/>
          <a:chExt cx="0" cy="0"/>
        </a:xfrm>
      </p:grpSpPr>
      <p:sp>
        <p:nvSpPr>
          <p:cNvPr id="35" name="Google Shape;35;g36bc379c7b1_10_86"/>
          <p:cNvSpPr txBox="1">
            <a:spLocks noGrp="1"/>
          </p:cNvSpPr>
          <p:nvPr>
            <p:ph type="body" idx="1"/>
          </p:nvPr>
        </p:nvSpPr>
        <p:spPr>
          <a:xfrm>
            <a:off x="1206500" y="4248504"/>
            <a:ext cx="21971100" cy="8256000"/>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36" name="Google Shape;36;g36bc379c7b1_10_86"/>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Bullets &amp; Photo">
  <p:cSld name="Title, Bullets &amp; Photo">
    <p:spTree>
      <p:nvGrpSpPr>
        <p:cNvPr id="1" name="Shape 37"/>
        <p:cNvGrpSpPr/>
        <p:nvPr/>
      </p:nvGrpSpPr>
      <p:grpSpPr>
        <a:xfrm>
          <a:off x="0" y="0"/>
          <a:ext cx="0" cy="0"/>
          <a:chOff x="0" y="0"/>
          <a:chExt cx="0" cy="0"/>
        </a:xfrm>
      </p:grpSpPr>
      <p:sp>
        <p:nvSpPr>
          <p:cNvPr id="38" name="Google Shape;38;g36bc379c7b1_10_89"/>
          <p:cNvSpPr txBox="1">
            <a:spLocks noGrp="1"/>
          </p:cNvSpPr>
          <p:nvPr>
            <p:ph type="body" idx="1"/>
          </p:nvPr>
        </p:nvSpPr>
        <p:spPr>
          <a:xfrm>
            <a:off x="1206500" y="2372962"/>
            <a:ext cx="9779100" cy="93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39" name="Google Shape;39;g36bc379c7b1_10_89"/>
          <p:cNvSpPr txBox="1">
            <a:spLocks noGrp="1"/>
          </p:cNvSpPr>
          <p:nvPr>
            <p:ph type="body" idx="2"/>
          </p:nvPr>
        </p:nvSpPr>
        <p:spPr>
          <a:xfrm>
            <a:off x="1206500" y="4248504"/>
            <a:ext cx="9779100" cy="8256600"/>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40" name="Google Shape;40;g36bc379c7b1_10_89"/>
          <p:cNvSpPr>
            <a:spLocks noGrp="1"/>
          </p:cNvSpPr>
          <p:nvPr>
            <p:ph type="pic" idx="3"/>
          </p:nvPr>
        </p:nvSpPr>
        <p:spPr>
          <a:xfrm>
            <a:off x="12192000" y="-407266"/>
            <a:ext cx="10917000" cy="14555700"/>
          </a:xfrm>
          <a:prstGeom prst="rect">
            <a:avLst/>
          </a:prstGeom>
          <a:noFill/>
          <a:ln>
            <a:noFill/>
          </a:ln>
        </p:spPr>
        <p:txBody>
          <a:bodyPr/>
          <a:lstStyle/>
          <a:p>
            <a:endParaRPr lang="en-IN"/>
          </a:p>
        </p:txBody>
      </p:sp>
      <p:sp>
        <p:nvSpPr>
          <p:cNvPr id="41" name="Google Shape;41;g36bc379c7b1_10_89"/>
          <p:cNvSpPr txBox="1">
            <a:spLocks noGrp="1"/>
          </p:cNvSpPr>
          <p:nvPr>
            <p:ph type="title"/>
          </p:nvPr>
        </p:nvSpPr>
        <p:spPr>
          <a:xfrm>
            <a:off x="1206500" y="1079500"/>
            <a:ext cx="9779100" cy="14352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42" name="Google Shape;42;g36bc379c7b1_10_89"/>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Bullets &amp; Live Video Small">
  <p:cSld name="Title, Bullets &amp; Live Video Small">
    <p:spTree>
      <p:nvGrpSpPr>
        <p:cNvPr id="1" name="Shape 43"/>
        <p:cNvGrpSpPr/>
        <p:nvPr/>
      </p:nvGrpSpPr>
      <p:grpSpPr>
        <a:xfrm>
          <a:off x="0" y="0"/>
          <a:ext cx="0" cy="0"/>
          <a:chOff x="0" y="0"/>
          <a:chExt cx="0" cy="0"/>
        </a:xfrm>
      </p:grpSpPr>
      <p:sp>
        <p:nvSpPr>
          <p:cNvPr id="44" name="Google Shape;44;g36bc379c7b1_10_95"/>
          <p:cNvSpPr txBox="1">
            <a:spLocks noGrp="1"/>
          </p:cNvSpPr>
          <p:nvPr>
            <p:ph type="body" idx="1"/>
          </p:nvPr>
        </p:nvSpPr>
        <p:spPr>
          <a:xfrm>
            <a:off x="1206500" y="2372962"/>
            <a:ext cx="9779100" cy="93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45" name="Google Shape;45;g36bc379c7b1_10_95"/>
          <p:cNvSpPr txBox="1">
            <a:spLocks noGrp="1"/>
          </p:cNvSpPr>
          <p:nvPr>
            <p:ph type="body" idx="2"/>
          </p:nvPr>
        </p:nvSpPr>
        <p:spPr>
          <a:xfrm>
            <a:off x="1206500" y="4248504"/>
            <a:ext cx="9779100" cy="8256600"/>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46" name="Google Shape;46;g36bc379c7b1_10_95"/>
          <p:cNvSpPr txBox="1">
            <a:spLocks noGrp="1"/>
          </p:cNvSpPr>
          <p:nvPr>
            <p:ph type="title"/>
          </p:nvPr>
        </p:nvSpPr>
        <p:spPr>
          <a:xfrm>
            <a:off x="1206500" y="1079500"/>
            <a:ext cx="9779100" cy="14352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47" name="Google Shape;47;g36bc379c7b1_10_95"/>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Bullets &amp; Live Video Large">
  <p:cSld name="Title, Bullets &amp; Live Video Large">
    <p:spTree>
      <p:nvGrpSpPr>
        <p:cNvPr id="1" name="Shape 48"/>
        <p:cNvGrpSpPr/>
        <p:nvPr/>
      </p:nvGrpSpPr>
      <p:grpSpPr>
        <a:xfrm>
          <a:off x="0" y="0"/>
          <a:ext cx="0" cy="0"/>
          <a:chOff x="0" y="0"/>
          <a:chExt cx="0" cy="0"/>
        </a:xfrm>
      </p:grpSpPr>
      <p:sp>
        <p:nvSpPr>
          <p:cNvPr id="49" name="Google Shape;49;g36bc379c7b1_10_100"/>
          <p:cNvSpPr txBox="1">
            <a:spLocks noGrp="1"/>
          </p:cNvSpPr>
          <p:nvPr>
            <p:ph type="body" idx="1"/>
          </p:nvPr>
        </p:nvSpPr>
        <p:spPr>
          <a:xfrm>
            <a:off x="1206500" y="2372962"/>
            <a:ext cx="9779100" cy="93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50" name="Google Shape;50;g36bc379c7b1_10_100"/>
          <p:cNvSpPr txBox="1">
            <a:spLocks noGrp="1"/>
          </p:cNvSpPr>
          <p:nvPr>
            <p:ph type="body" idx="2"/>
          </p:nvPr>
        </p:nvSpPr>
        <p:spPr>
          <a:xfrm>
            <a:off x="1206500" y="4248504"/>
            <a:ext cx="9779100" cy="8256600"/>
          </a:xfrm>
          <a:prstGeom prst="rect">
            <a:avLst/>
          </a:prstGeom>
          <a:noFill/>
          <a:ln>
            <a:noFill/>
          </a:ln>
        </p:spPr>
        <p:txBody>
          <a:bodyPr spcFirstLastPara="1" wrap="square" lIns="50800" tIns="50800" rIns="50800" bIns="50800" anchor="t" anchorCtr="0">
            <a:normAutofit/>
          </a:bodyPr>
          <a:lstStyle>
            <a:lvl1pPr marL="457200" lvl="0" indent="-369189" algn="l">
              <a:lnSpc>
                <a:spcPct val="90000"/>
              </a:lnSpc>
              <a:spcBef>
                <a:spcPts val="4500"/>
              </a:spcBef>
              <a:spcAft>
                <a:spcPts val="0"/>
              </a:spcAft>
              <a:buClr>
                <a:srgbClr val="000000"/>
              </a:buClr>
              <a:buSzPts val="2214"/>
              <a:buChar char="•"/>
              <a:defRPr/>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51" name="Google Shape;51;g36bc379c7b1_10_100"/>
          <p:cNvSpPr txBox="1">
            <a:spLocks noGrp="1"/>
          </p:cNvSpPr>
          <p:nvPr>
            <p:ph type="title"/>
          </p:nvPr>
        </p:nvSpPr>
        <p:spPr>
          <a:xfrm>
            <a:off x="1206500" y="1079500"/>
            <a:ext cx="9779100" cy="14352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52" name="Google Shape;52;g36bc379c7b1_10_100"/>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Section">
  <p:cSld name="Section">
    <p:spTree>
      <p:nvGrpSpPr>
        <p:cNvPr id="1" name="Shape 53"/>
        <p:cNvGrpSpPr/>
        <p:nvPr/>
      </p:nvGrpSpPr>
      <p:grpSpPr>
        <a:xfrm>
          <a:off x="0" y="0"/>
          <a:ext cx="0" cy="0"/>
          <a:chOff x="0" y="0"/>
          <a:chExt cx="0" cy="0"/>
        </a:xfrm>
      </p:grpSpPr>
      <p:sp>
        <p:nvSpPr>
          <p:cNvPr id="54" name="Google Shape;54;g36bc379c7b1_10_105"/>
          <p:cNvSpPr txBox="1">
            <a:spLocks noGrp="1"/>
          </p:cNvSpPr>
          <p:nvPr>
            <p:ph type="title"/>
          </p:nvPr>
        </p:nvSpPr>
        <p:spPr>
          <a:xfrm>
            <a:off x="1206496" y="4533900"/>
            <a:ext cx="21971100" cy="4648200"/>
          </a:xfrm>
          <a:prstGeom prst="rect">
            <a:avLst/>
          </a:prstGeom>
          <a:noFill/>
          <a:ln>
            <a:noFill/>
          </a:ln>
        </p:spPr>
        <p:txBody>
          <a:bodyPr spcFirstLastPara="1" wrap="square" lIns="50800" tIns="50800" rIns="50800" bIns="50800" anchor="ctr" anchorCtr="0">
            <a:normAutofit/>
          </a:bodyPr>
          <a:lstStyle>
            <a:lvl1pPr lvl="0" algn="l">
              <a:lnSpc>
                <a:spcPct val="80000"/>
              </a:lnSpc>
              <a:spcBef>
                <a:spcPts val="0"/>
              </a:spcBef>
              <a:spcAft>
                <a:spcPts val="0"/>
              </a:spcAft>
              <a:buClr>
                <a:srgbClr val="000000"/>
              </a:buClr>
              <a:buSzPts val="11600"/>
              <a:buFont typeface="Helvetica Neue"/>
              <a:buNone/>
              <a:defRPr sz="11600" b="0">
                <a:latin typeface="Helvetica Neue"/>
                <a:ea typeface="Helvetica Neue"/>
                <a:cs typeface="Helvetica Neue"/>
                <a:sym typeface="Helvetica Neu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55" name="Google Shape;55;g36bc379c7b1_10_105"/>
          <p:cNvSpPr txBox="1">
            <a:spLocks noGrp="1"/>
          </p:cNvSpPr>
          <p:nvPr>
            <p:ph type="sldNum" idx="12"/>
          </p:nvPr>
        </p:nvSpPr>
        <p:spPr>
          <a:xfrm>
            <a:off x="12001499" y="13085233"/>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Only">
  <p:cSld name="Title Only">
    <p:spTree>
      <p:nvGrpSpPr>
        <p:cNvPr id="1" name="Shape 56"/>
        <p:cNvGrpSpPr/>
        <p:nvPr/>
      </p:nvGrpSpPr>
      <p:grpSpPr>
        <a:xfrm>
          <a:off x="0" y="0"/>
          <a:ext cx="0" cy="0"/>
          <a:chOff x="0" y="0"/>
          <a:chExt cx="0" cy="0"/>
        </a:xfrm>
      </p:grpSpPr>
      <p:sp>
        <p:nvSpPr>
          <p:cNvPr id="57" name="Google Shape;57;g36bc379c7b1_10_108"/>
          <p:cNvSpPr txBox="1">
            <a:spLocks noGrp="1"/>
          </p:cNvSpPr>
          <p:nvPr>
            <p:ph type="title"/>
          </p:nvPr>
        </p:nvSpPr>
        <p:spPr>
          <a:xfrm>
            <a:off x="1206500" y="1079500"/>
            <a:ext cx="21971100" cy="14349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58" name="Google Shape;58;g36bc379c7b1_10_108"/>
          <p:cNvSpPr txBox="1">
            <a:spLocks noGrp="1"/>
          </p:cNvSpPr>
          <p:nvPr>
            <p:ph type="body" idx="1"/>
          </p:nvPr>
        </p:nvSpPr>
        <p:spPr>
          <a:xfrm>
            <a:off x="1206500" y="2372962"/>
            <a:ext cx="21971100" cy="93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59" name="Google Shape;59;g36bc379c7b1_10_108"/>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Agenda">
  <p:cSld name="Agenda">
    <p:spTree>
      <p:nvGrpSpPr>
        <p:cNvPr id="1" name="Shape 60"/>
        <p:cNvGrpSpPr/>
        <p:nvPr/>
      </p:nvGrpSpPr>
      <p:grpSpPr>
        <a:xfrm>
          <a:off x="0" y="0"/>
          <a:ext cx="0" cy="0"/>
          <a:chOff x="0" y="0"/>
          <a:chExt cx="0" cy="0"/>
        </a:xfrm>
      </p:grpSpPr>
      <p:sp>
        <p:nvSpPr>
          <p:cNvPr id="61" name="Google Shape;61;g36bc379c7b1_10_112"/>
          <p:cNvSpPr txBox="1">
            <a:spLocks noGrp="1"/>
          </p:cNvSpPr>
          <p:nvPr>
            <p:ph type="title"/>
          </p:nvPr>
        </p:nvSpPr>
        <p:spPr>
          <a:xfrm>
            <a:off x="1206500" y="1079500"/>
            <a:ext cx="21971100" cy="1435200"/>
          </a:xfrm>
          <a:prstGeom prst="rect">
            <a:avLst/>
          </a:prstGeom>
          <a:noFill/>
          <a:ln>
            <a:noFill/>
          </a:ln>
        </p:spPr>
        <p:txBody>
          <a:bodyPr spcFirstLastPara="1" wrap="square" lIns="50800" tIns="50800" rIns="50800" bIns="50800" anchor="t" anchorCtr="0">
            <a:normAutofit/>
          </a:bodyPr>
          <a:lstStyle>
            <a:lvl1pPr lvl="0" algn="l">
              <a:lnSpc>
                <a:spcPct val="80000"/>
              </a:lnSpc>
              <a:spcBef>
                <a:spcPts val="0"/>
              </a:spcBef>
              <a:spcAft>
                <a:spcPts val="0"/>
              </a:spcAft>
              <a:buClr>
                <a:srgbClr val="000000"/>
              </a:buClr>
              <a:buSzPts val="1800"/>
              <a:buNone/>
              <a:defRPr/>
            </a:lvl1pPr>
            <a:lvl2pPr lvl="1" algn="l">
              <a:lnSpc>
                <a:spcPct val="80000"/>
              </a:lnSpc>
              <a:spcBef>
                <a:spcPts val="0"/>
              </a:spcBef>
              <a:spcAft>
                <a:spcPts val="0"/>
              </a:spcAft>
              <a:buClr>
                <a:srgbClr val="000000"/>
              </a:buClr>
              <a:buSzPts val="1800"/>
              <a:buNone/>
              <a:defRPr/>
            </a:lvl2pPr>
            <a:lvl3pPr lvl="2" algn="l">
              <a:lnSpc>
                <a:spcPct val="80000"/>
              </a:lnSpc>
              <a:spcBef>
                <a:spcPts val="0"/>
              </a:spcBef>
              <a:spcAft>
                <a:spcPts val="0"/>
              </a:spcAft>
              <a:buClr>
                <a:srgbClr val="000000"/>
              </a:buClr>
              <a:buSzPts val="1800"/>
              <a:buNone/>
              <a:defRPr/>
            </a:lvl3pPr>
            <a:lvl4pPr lvl="3" algn="l">
              <a:lnSpc>
                <a:spcPct val="80000"/>
              </a:lnSpc>
              <a:spcBef>
                <a:spcPts val="0"/>
              </a:spcBef>
              <a:spcAft>
                <a:spcPts val="0"/>
              </a:spcAft>
              <a:buClr>
                <a:srgbClr val="000000"/>
              </a:buClr>
              <a:buSzPts val="1800"/>
              <a:buNone/>
              <a:defRPr/>
            </a:lvl4pPr>
            <a:lvl5pPr lvl="4" algn="l">
              <a:lnSpc>
                <a:spcPct val="80000"/>
              </a:lnSpc>
              <a:spcBef>
                <a:spcPts val="0"/>
              </a:spcBef>
              <a:spcAft>
                <a:spcPts val="0"/>
              </a:spcAft>
              <a:buClr>
                <a:srgbClr val="000000"/>
              </a:buClr>
              <a:buSzPts val="1800"/>
              <a:buNone/>
              <a:defRPr/>
            </a:lvl5pPr>
            <a:lvl6pPr lvl="5" algn="l">
              <a:lnSpc>
                <a:spcPct val="80000"/>
              </a:lnSpc>
              <a:spcBef>
                <a:spcPts val="0"/>
              </a:spcBef>
              <a:spcAft>
                <a:spcPts val="0"/>
              </a:spcAft>
              <a:buClr>
                <a:srgbClr val="000000"/>
              </a:buClr>
              <a:buSzPts val="1800"/>
              <a:buNone/>
              <a:defRPr/>
            </a:lvl6pPr>
            <a:lvl7pPr lvl="6" algn="l">
              <a:lnSpc>
                <a:spcPct val="80000"/>
              </a:lnSpc>
              <a:spcBef>
                <a:spcPts val="0"/>
              </a:spcBef>
              <a:spcAft>
                <a:spcPts val="0"/>
              </a:spcAft>
              <a:buClr>
                <a:srgbClr val="000000"/>
              </a:buClr>
              <a:buSzPts val="1800"/>
              <a:buNone/>
              <a:defRPr/>
            </a:lvl7pPr>
            <a:lvl8pPr lvl="7" algn="l">
              <a:lnSpc>
                <a:spcPct val="80000"/>
              </a:lnSpc>
              <a:spcBef>
                <a:spcPts val="0"/>
              </a:spcBef>
              <a:spcAft>
                <a:spcPts val="0"/>
              </a:spcAft>
              <a:buClr>
                <a:srgbClr val="000000"/>
              </a:buClr>
              <a:buSzPts val="1800"/>
              <a:buNone/>
              <a:defRPr/>
            </a:lvl8pPr>
            <a:lvl9pPr lvl="8" algn="l">
              <a:lnSpc>
                <a:spcPct val="80000"/>
              </a:lnSpc>
              <a:spcBef>
                <a:spcPts val="0"/>
              </a:spcBef>
              <a:spcAft>
                <a:spcPts val="0"/>
              </a:spcAft>
              <a:buClr>
                <a:srgbClr val="000000"/>
              </a:buClr>
              <a:buSzPts val="1800"/>
              <a:buNone/>
              <a:defRPr/>
            </a:lvl9pPr>
          </a:lstStyle>
          <a:p>
            <a:endParaRPr/>
          </a:p>
        </p:txBody>
      </p:sp>
      <p:sp>
        <p:nvSpPr>
          <p:cNvPr id="62" name="Google Shape;62;g36bc379c7b1_10_112"/>
          <p:cNvSpPr txBox="1">
            <a:spLocks noGrp="1"/>
          </p:cNvSpPr>
          <p:nvPr>
            <p:ph type="body" idx="1"/>
          </p:nvPr>
        </p:nvSpPr>
        <p:spPr>
          <a:xfrm>
            <a:off x="1206500" y="2372962"/>
            <a:ext cx="21971100" cy="9348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63" name="Google Shape;63;g36bc379c7b1_10_112"/>
          <p:cNvSpPr txBox="1">
            <a:spLocks noGrp="1"/>
          </p:cNvSpPr>
          <p:nvPr>
            <p:ph type="body" idx="2"/>
          </p:nvPr>
        </p:nvSpPr>
        <p:spPr>
          <a:xfrm>
            <a:off x="1206500" y="4248504"/>
            <a:ext cx="21971100" cy="8256000"/>
          </a:xfrm>
          <a:prstGeom prst="rect">
            <a:avLst/>
          </a:prstGeom>
          <a:noFill/>
          <a:ln>
            <a:noFill/>
          </a:ln>
        </p:spPr>
        <p:txBody>
          <a:bodyPr spcFirstLastPara="1" wrap="square" lIns="50800" tIns="50800" rIns="50800" bIns="50800" anchor="t" anchorCtr="0">
            <a:normAutofit/>
          </a:bodyPr>
          <a:lstStyle>
            <a:lvl1pPr marL="457200" lvl="0" indent="-228600" algn="l">
              <a:lnSpc>
                <a:spcPct val="100000"/>
              </a:lnSpc>
              <a:spcBef>
                <a:spcPts val="1800"/>
              </a:spcBef>
              <a:spcAft>
                <a:spcPts val="0"/>
              </a:spcAft>
              <a:buClr>
                <a:srgbClr val="000000"/>
              </a:buClr>
              <a:buSzPts val="5500"/>
              <a:buFont typeface="Helvetica Neue"/>
              <a:buNone/>
              <a:defRPr sz="5500"/>
            </a:lvl1pPr>
            <a:lvl2pPr marL="914400" lvl="1" indent="-228600" algn="l">
              <a:lnSpc>
                <a:spcPct val="100000"/>
              </a:lnSpc>
              <a:spcBef>
                <a:spcPts val="1800"/>
              </a:spcBef>
              <a:spcAft>
                <a:spcPts val="0"/>
              </a:spcAft>
              <a:buClr>
                <a:srgbClr val="000000"/>
              </a:buClr>
              <a:buSzPts val="5500"/>
              <a:buFont typeface="Helvetica Neue"/>
              <a:buNone/>
              <a:defRPr sz="5500"/>
            </a:lvl2pPr>
            <a:lvl3pPr marL="1371600" lvl="2" indent="-228600" algn="l">
              <a:lnSpc>
                <a:spcPct val="100000"/>
              </a:lnSpc>
              <a:spcBef>
                <a:spcPts val="1800"/>
              </a:spcBef>
              <a:spcAft>
                <a:spcPts val="0"/>
              </a:spcAft>
              <a:buClr>
                <a:srgbClr val="000000"/>
              </a:buClr>
              <a:buSzPts val="5500"/>
              <a:buFont typeface="Helvetica Neue"/>
              <a:buNone/>
              <a:defRPr sz="5500"/>
            </a:lvl3pPr>
            <a:lvl4pPr marL="1828800" lvl="3" indent="-228600" algn="l">
              <a:lnSpc>
                <a:spcPct val="100000"/>
              </a:lnSpc>
              <a:spcBef>
                <a:spcPts val="1800"/>
              </a:spcBef>
              <a:spcAft>
                <a:spcPts val="0"/>
              </a:spcAft>
              <a:buClr>
                <a:srgbClr val="000000"/>
              </a:buClr>
              <a:buSzPts val="5500"/>
              <a:buFont typeface="Helvetica Neue"/>
              <a:buNone/>
              <a:defRPr sz="5500"/>
            </a:lvl4pPr>
            <a:lvl5pPr marL="2286000" lvl="4" indent="-228600" algn="l">
              <a:lnSpc>
                <a:spcPct val="100000"/>
              </a:lnSpc>
              <a:spcBef>
                <a:spcPts val="1800"/>
              </a:spcBef>
              <a:spcAft>
                <a:spcPts val="0"/>
              </a:spcAft>
              <a:buClr>
                <a:srgbClr val="000000"/>
              </a:buClr>
              <a:buSzPts val="5500"/>
              <a:buFont typeface="Helvetica Neue"/>
              <a:buNone/>
              <a:defRPr sz="5500"/>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64" name="Google Shape;64;g36bc379c7b1_10_112"/>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Statement">
  <p:cSld name="Statement">
    <p:spTree>
      <p:nvGrpSpPr>
        <p:cNvPr id="1" name="Shape 65"/>
        <p:cNvGrpSpPr/>
        <p:nvPr/>
      </p:nvGrpSpPr>
      <p:grpSpPr>
        <a:xfrm>
          <a:off x="0" y="0"/>
          <a:ext cx="0" cy="0"/>
          <a:chOff x="0" y="0"/>
          <a:chExt cx="0" cy="0"/>
        </a:xfrm>
      </p:grpSpPr>
      <p:sp>
        <p:nvSpPr>
          <p:cNvPr id="66" name="Google Shape;66;g36bc379c7b1_10_117"/>
          <p:cNvSpPr txBox="1">
            <a:spLocks noGrp="1"/>
          </p:cNvSpPr>
          <p:nvPr>
            <p:ph type="body" idx="1"/>
          </p:nvPr>
        </p:nvSpPr>
        <p:spPr>
          <a:xfrm>
            <a:off x="1206500" y="4920843"/>
            <a:ext cx="21971100" cy="3874200"/>
          </a:xfrm>
          <a:prstGeom prst="rect">
            <a:avLst/>
          </a:prstGeom>
          <a:noFill/>
          <a:ln>
            <a:noFill/>
          </a:ln>
        </p:spPr>
        <p:txBody>
          <a:bodyPr spcFirstLastPara="1" wrap="square" lIns="50800" tIns="50800" rIns="50800" bIns="50800" anchor="ctr" anchorCtr="0">
            <a:normAutofit/>
          </a:bodyPr>
          <a:lstStyle>
            <a:lvl1pPr marL="457200" lvl="0" indent="-228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1pPr>
            <a:lvl2pPr marL="914400" lvl="1" indent="-228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2pPr>
            <a:lvl3pPr marL="1371600" lvl="2" indent="-228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3pPr>
            <a:lvl4pPr marL="1828800" lvl="3" indent="-228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4pPr>
            <a:lvl5pPr marL="2286000" lvl="4" indent="-228600" algn="ctr">
              <a:lnSpc>
                <a:spcPct val="80000"/>
              </a:lnSpc>
              <a:spcBef>
                <a:spcPts val="0"/>
              </a:spcBef>
              <a:spcAft>
                <a:spcPts val="0"/>
              </a:spcAft>
              <a:buClr>
                <a:srgbClr val="000000"/>
              </a:buClr>
              <a:buSzPts val="11600"/>
              <a:buFont typeface="Helvetica Neue"/>
              <a:buNone/>
              <a:defRPr sz="11600">
                <a:latin typeface="Helvetica Neue"/>
                <a:ea typeface="Helvetica Neue"/>
                <a:cs typeface="Helvetica Neue"/>
                <a:sym typeface="Helvetica Neue"/>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67" name="Google Shape;67;g36bc379c7b1_10_117"/>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Big Fact">
  <p:cSld name="Big Fact">
    <p:spTree>
      <p:nvGrpSpPr>
        <p:cNvPr id="1" name="Shape 68"/>
        <p:cNvGrpSpPr/>
        <p:nvPr/>
      </p:nvGrpSpPr>
      <p:grpSpPr>
        <a:xfrm>
          <a:off x="0" y="0"/>
          <a:ext cx="0" cy="0"/>
          <a:chOff x="0" y="0"/>
          <a:chExt cx="0" cy="0"/>
        </a:xfrm>
      </p:grpSpPr>
      <p:sp>
        <p:nvSpPr>
          <p:cNvPr id="69" name="Google Shape;69;g36bc379c7b1_10_120"/>
          <p:cNvSpPr txBox="1">
            <a:spLocks noGrp="1"/>
          </p:cNvSpPr>
          <p:nvPr>
            <p:ph type="body" idx="1"/>
          </p:nvPr>
        </p:nvSpPr>
        <p:spPr>
          <a:xfrm>
            <a:off x="1206500" y="1075927"/>
            <a:ext cx="21971100" cy="7241700"/>
          </a:xfrm>
          <a:prstGeom prst="rect">
            <a:avLst/>
          </a:prstGeom>
          <a:noFill/>
          <a:ln>
            <a:noFill/>
          </a:ln>
        </p:spPr>
        <p:txBody>
          <a:bodyPr spcFirstLastPara="1" wrap="square" lIns="50800" tIns="50800" rIns="50800" bIns="50800" anchor="b" anchorCtr="0">
            <a:normAutofit/>
          </a:bodyPr>
          <a:lstStyle>
            <a:lvl1pPr marL="457200" lvl="0" indent="-228600" algn="ctr">
              <a:lnSpc>
                <a:spcPct val="80000"/>
              </a:lnSpc>
              <a:spcBef>
                <a:spcPts val="0"/>
              </a:spcBef>
              <a:spcAft>
                <a:spcPts val="0"/>
              </a:spcAft>
              <a:buClr>
                <a:srgbClr val="000000"/>
              </a:buClr>
              <a:buSzPts val="25000"/>
              <a:buFont typeface="Helvetica Neue"/>
              <a:buNone/>
              <a:defRPr sz="25000" b="1"/>
            </a:lvl1pPr>
            <a:lvl2pPr marL="914400" lvl="1" indent="-228600" algn="ctr">
              <a:lnSpc>
                <a:spcPct val="80000"/>
              </a:lnSpc>
              <a:spcBef>
                <a:spcPts val="0"/>
              </a:spcBef>
              <a:spcAft>
                <a:spcPts val="0"/>
              </a:spcAft>
              <a:buClr>
                <a:srgbClr val="000000"/>
              </a:buClr>
              <a:buSzPts val="25000"/>
              <a:buFont typeface="Helvetica Neue"/>
              <a:buNone/>
              <a:defRPr sz="25000" b="1"/>
            </a:lvl2pPr>
            <a:lvl3pPr marL="1371600" lvl="2" indent="-228600" algn="ctr">
              <a:lnSpc>
                <a:spcPct val="80000"/>
              </a:lnSpc>
              <a:spcBef>
                <a:spcPts val="0"/>
              </a:spcBef>
              <a:spcAft>
                <a:spcPts val="0"/>
              </a:spcAft>
              <a:buClr>
                <a:srgbClr val="000000"/>
              </a:buClr>
              <a:buSzPts val="25000"/>
              <a:buFont typeface="Helvetica Neue"/>
              <a:buNone/>
              <a:defRPr sz="25000" b="1"/>
            </a:lvl3pPr>
            <a:lvl4pPr marL="1828800" lvl="3" indent="-228600" algn="ctr">
              <a:lnSpc>
                <a:spcPct val="80000"/>
              </a:lnSpc>
              <a:spcBef>
                <a:spcPts val="0"/>
              </a:spcBef>
              <a:spcAft>
                <a:spcPts val="0"/>
              </a:spcAft>
              <a:buClr>
                <a:srgbClr val="000000"/>
              </a:buClr>
              <a:buSzPts val="25000"/>
              <a:buFont typeface="Helvetica Neue"/>
              <a:buNone/>
              <a:defRPr sz="25000" b="1"/>
            </a:lvl4pPr>
            <a:lvl5pPr marL="2286000" lvl="4" indent="-228600" algn="ctr">
              <a:lnSpc>
                <a:spcPct val="80000"/>
              </a:lnSpc>
              <a:spcBef>
                <a:spcPts val="0"/>
              </a:spcBef>
              <a:spcAft>
                <a:spcPts val="0"/>
              </a:spcAft>
              <a:buClr>
                <a:srgbClr val="000000"/>
              </a:buClr>
              <a:buSzPts val="25000"/>
              <a:buFont typeface="Helvetica Neue"/>
              <a:buNone/>
              <a:defRPr sz="25000" b="1"/>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70" name="Google Shape;70;g36bc379c7b1_10_120"/>
          <p:cNvSpPr txBox="1">
            <a:spLocks noGrp="1"/>
          </p:cNvSpPr>
          <p:nvPr>
            <p:ph type="body" idx="2"/>
          </p:nvPr>
        </p:nvSpPr>
        <p:spPr>
          <a:xfrm>
            <a:off x="1206500" y="8262180"/>
            <a:ext cx="21971100" cy="934800"/>
          </a:xfrm>
          <a:prstGeom prst="rect">
            <a:avLst/>
          </a:prstGeom>
          <a:noFill/>
          <a:ln>
            <a:noFill/>
          </a:ln>
        </p:spPr>
        <p:txBody>
          <a:bodyPr spcFirstLastPara="1" wrap="square" lIns="45700" tIns="45700" rIns="45700" bIns="45700" anchor="t" anchorCtr="0">
            <a:normAutofit/>
          </a:bodyPr>
          <a:lstStyle>
            <a:lvl1pPr marL="457200" lvl="0" indent="-228600" algn="ctr">
              <a:lnSpc>
                <a:spcPct val="100000"/>
              </a:lnSpc>
              <a:spcBef>
                <a:spcPts val="0"/>
              </a:spcBef>
              <a:spcAft>
                <a:spcPts val="0"/>
              </a:spcAft>
              <a:buClr>
                <a:srgbClr val="000000"/>
              </a:buClr>
              <a:buSzPts val="5500"/>
              <a:buFont typeface="Helvetica Neue"/>
              <a:buNone/>
              <a:defRPr sz="55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71" name="Google Shape;71;g36bc379c7b1_10_120"/>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Quote">
  <p:cSld name="Quote">
    <p:spTree>
      <p:nvGrpSpPr>
        <p:cNvPr id="1" name="Shape 72"/>
        <p:cNvGrpSpPr/>
        <p:nvPr/>
      </p:nvGrpSpPr>
      <p:grpSpPr>
        <a:xfrm>
          <a:off x="0" y="0"/>
          <a:ext cx="0" cy="0"/>
          <a:chOff x="0" y="0"/>
          <a:chExt cx="0" cy="0"/>
        </a:xfrm>
      </p:grpSpPr>
      <p:sp>
        <p:nvSpPr>
          <p:cNvPr id="73" name="Google Shape;73;g36bc379c7b1_10_124"/>
          <p:cNvSpPr txBox="1">
            <a:spLocks noGrp="1"/>
          </p:cNvSpPr>
          <p:nvPr>
            <p:ph type="body" idx="1"/>
          </p:nvPr>
        </p:nvSpPr>
        <p:spPr>
          <a:xfrm>
            <a:off x="2430025" y="10675453"/>
            <a:ext cx="20200200" cy="636900"/>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0"/>
              </a:spcBef>
              <a:spcAft>
                <a:spcPts val="0"/>
              </a:spcAft>
              <a:buClr>
                <a:srgbClr val="000000"/>
              </a:buClr>
              <a:buSzPts val="3600"/>
              <a:buFont typeface="Helvetica Neue"/>
              <a:buNone/>
              <a:defRPr sz="3600" b="1"/>
            </a:lvl1pPr>
            <a:lvl2pPr marL="914400" lvl="1" indent="-369189" algn="l">
              <a:lnSpc>
                <a:spcPct val="90000"/>
              </a:lnSpc>
              <a:spcBef>
                <a:spcPts val="4500"/>
              </a:spcBef>
              <a:spcAft>
                <a:spcPts val="0"/>
              </a:spcAft>
              <a:buClr>
                <a:srgbClr val="000000"/>
              </a:buClr>
              <a:buSzPts val="2214"/>
              <a:buChar char="•"/>
              <a:defRPr/>
            </a:lvl2pPr>
            <a:lvl3pPr marL="1371600" lvl="2" indent="-369189" algn="l">
              <a:lnSpc>
                <a:spcPct val="90000"/>
              </a:lnSpc>
              <a:spcBef>
                <a:spcPts val="4500"/>
              </a:spcBef>
              <a:spcAft>
                <a:spcPts val="0"/>
              </a:spcAft>
              <a:buClr>
                <a:srgbClr val="000000"/>
              </a:buClr>
              <a:buSzPts val="2214"/>
              <a:buChar char="•"/>
              <a:defRPr/>
            </a:lvl3pPr>
            <a:lvl4pPr marL="1828800" lvl="3" indent="-369189" algn="l">
              <a:lnSpc>
                <a:spcPct val="90000"/>
              </a:lnSpc>
              <a:spcBef>
                <a:spcPts val="4500"/>
              </a:spcBef>
              <a:spcAft>
                <a:spcPts val="0"/>
              </a:spcAft>
              <a:buClr>
                <a:srgbClr val="000000"/>
              </a:buClr>
              <a:buSzPts val="2214"/>
              <a:buChar char="•"/>
              <a:defRPr/>
            </a:lvl4pPr>
            <a:lvl5pPr marL="2286000" lvl="4" indent="-369189" algn="l">
              <a:lnSpc>
                <a:spcPct val="90000"/>
              </a:lnSpc>
              <a:spcBef>
                <a:spcPts val="4500"/>
              </a:spcBef>
              <a:spcAft>
                <a:spcPts val="0"/>
              </a:spcAft>
              <a:buClr>
                <a:srgbClr val="000000"/>
              </a:buClr>
              <a:buSzPts val="2214"/>
              <a:buChar char="•"/>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74" name="Google Shape;74;g36bc379c7b1_10_124"/>
          <p:cNvSpPr txBox="1">
            <a:spLocks noGrp="1"/>
          </p:cNvSpPr>
          <p:nvPr>
            <p:ph type="body" idx="2"/>
          </p:nvPr>
        </p:nvSpPr>
        <p:spPr>
          <a:xfrm>
            <a:off x="1753923" y="4939860"/>
            <a:ext cx="20876100" cy="3836400"/>
          </a:xfrm>
          <a:prstGeom prst="rect">
            <a:avLst/>
          </a:prstGeom>
          <a:noFill/>
          <a:ln>
            <a:noFill/>
          </a:ln>
        </p:spPr>
        <p:txBody>
          <a:bodyPr spcFirstLastPara="1" wrap="square" lIns="50800" tIns="50800" rIns="50800" bIns="50800" anchor="t" anchorCtr="0">
            <a:normAutofit/>
          </a:bodyPr>
          <a:lstStyle>
            <a:lvl1pPr marL="457200" lvl="0"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1pPr>
            <a:lvl2pPr marL="914400" lvl="1"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2pPr>
            <a:lvl3pPr marL="1371600" lvl="2"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3pPr>
            <a:lvl4pPr marL="1828800" lvl="3"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4pPr>
            <a:lvl5pPr marL="2286000" lvl="4" indent="-228600" algn="l">
              <a:lnSpc>
                <a:spcPct val="90000"/>
              </a:lnSpc>
              <a:spcBef>
                <a:spcPts val="0"/>
              </a:spcBef>
              <a:spcAft>
                <a:spcPts val="0"/>
              </a:spcAft>
              <a:buClr>
                <a:srgbClr val="000000"/>
              </a:buClr>
              <a:buSzPts val="8500"/>
              <a:buFont typeface="Helvetica Neue"/>
              <a:buNone/>
              <a:defRPr sz="8500">
                <a:latin typeface="Helvetica Neue"/>
                <a:ea typeface="Helvetica Neue"/>
                <a:cs typeface="Helvetica Neue"/>
                <a:sym typeface="Helvetica Neue"/>
              </a:defRPr>
            </a:lvl5pPr>
            <a:lvl6pPr marL="2743200" lvl="5" indent="-369189" algn="l">
              <a:lnSpc>
                <a:spcPct val="90000"/>
              </a:lnSpc>
              <a:spcBef>
                <a:spcPts val="4500"/>
              </a:spcBef>
              <a:spcAft>
                <a:spcPts val="0"/>
              </a:spcAft>
              <a:buClr>
                <a:srgbClr val="000000"/>
              </a:buClr>
              <a:buSzPts val="2214"/>
              <a:buChar char="•"/>
              <a:defRPr/>
            </a:lvl6pPr>
            <a:lvl7pPr marL="3200400" lvl="6" indent="-369189" algn="l">
              <a:lnSpc>
                <a:spcPct val="90000"/>
              </a:lnSpc>
              <a:spcBef>
                <a:spcPts val="4500"/>
              </a:spcBef>
              <a:spcAft>
                <a:spcPts val="0"/>
              </a:spcAft>
              <a:buClr>
                <a:srgbClr val="000000"/>
              </a:buClr>
              <a:buSzPts val="2214"/>
              <a:buChar char="•"/>
              <a:defRPr/>
            </a:lvl7pPr>
            <a:lvl8pPr marL="3657600" lvl="7" indent="-369189" algn="l">
              <a:lnSpc>
                <a:spcPct val="90000"/>
              </a:lnSpc>
              <a:spcBef>
                <a:spcPts val="4500"/>
              </a:spcBef>
              <a:spcAft>
                <a:spcPts val="0"/>
              </a:spcAft>
              <a:buClr>
                <a:srgbClr val="000000"/>
              </a:buClr>
              <a:buSzPts val="2214"/>
              <a:buChar char="•"/>
              <a:defRPr/>
            </a:lvl8pPr>
            <a:lvl9pPr marL="4114800" lvl="8" indent="-369189" algn="l">
              <a:lnSpc>
                <a:spcPct val="90000"/>
              </a:lnSpc>
              <a:spcBef>
                <a:spcPts val="4500"/>
              </a:spcBef>
              <a:spcAft>
                <a:spcPts val="0"/>
              </a:spcAft>
              <a:buClr>
                <a:srgbClr val="000000"/>
              </a:buClr>
              <a:buSzPts val="2214"/>
              <a:buChar char="•"/>
              <a:defRPr/>
            </a:lvl9pPr>
          </a:lstStyle>
          <a:p>
            <a:endParaRPr/>
          </a:p>
        </p:txBody>
      </p:sp>
      <p:sp>
        <p:nvSpPr>
          <p:cNvPr id="75" name="Google Shape;75;g36bc379c7b1_10_124"/>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Photo - 3 Up">
  <p:cSld name="Photo - 3 Up">
    <p:spTree>
      <p:nvGrpSpPr>
        <p:cNvPr id="1" name="Shape 76"/>
        <p:cNvGrpSpPr/>
        <p:nvPr/>
      </p:nvGrpSpPr>
      <p:grpSpPr>
        <a:xfrm>
          <a:off x="0" y="0"/>
          <a:ext cx="0" cy="0"/>
          <a:chOff x="0" y="0"/>
          <a:chExt cx="0" cy="0"/>
        </a:xfrm>
      </p:grpSpPr>
      <p:sp>
        <p:nvSpPr>
          <p:cNvPr id="77" name="Google Shape;77;g36bc379c7b1_10_128"/>
          <p:cNvSpPr>
            <a:spLocks noGrp="1"/>
          </p:cNvSpPr>
          <p:nvPr>
            <p:ph type="pic" idx="2"/>
          </p:nvPr>
        </p:nvSpPr>
        <p:spPr>
          <a:xfrm>
            <a:off x="15760700" y="1016000"/>
            <a:ext cx="7439100" cy="5949600"/>
          </a:xfrm>
          <a:prstGeom prst="rect">
            <a:avLst/>
          </a:prstGeom>
          <a:noFill/>
          <a:ln>
            <a:noFill/>
          </a:ln>
        </p:spPr>
        <p:txBody>
          <a:bodyPr/>
          <a:lstStyle/>
          <a:p>
            <a:endParaRPr lang="en-IN"/>
          </a:p>
        </p:txBody>
      </p:sp>
      <p:sp>
        <p:nvSpPr>
          <p:cNvPr id="78" name="Google Shape;78;g36bc379c7b1_10_128"/>
          <p:cNvSpPr>
            <a:spLocks noGrp="1"/>
          </p:cNvSpPr>
          <p:nvPr>
            <p:ph type="pic" idx="3"/>
          </p:nvPr>
        </p:nvSpPr>
        <p:spPr>
          <a:xfrm>
            <a:off x="13500100" y="3978275"/>
            <a:ext cx="10439400" cy="12150300"/>
          </a:xfrm>
          <a:prstGeom prst="rect">
            <a:avLst/>
          </a:prstGeom>
          <a:noFill/>
          <a:ln>
            <a:noFill/>
          </a:ln>
        </p:spPr>
        <p:txBody>
          <a:bodyPr/>
          <a:lstStyle/>
          <a:p>
            <a:endParaRPr lang="en-IN"/>
          </a:p>
        </p:txBody>
      </p:sp>
      <p:sp>
        <p:nvSpPr>
          <p:cNvPr id="79" name="Google Shape;79;g36bc379c7b1_10_128"/>
          <p:cNvSpPr>
            <a:spLocks noGrp="1"/>
          </p:cNvSpPr>
          <p:nvPr>
            <p:ph type="pic" idx="4"/>
          </p:nvPr>
        </p:nvSpPr>
        <p:spPr>
          <a:xfrm>
            <a:off x="-139700" y="495300"/>
            <a:ext cx="16611600" cy="12458700"/>
          </a:xfrm>
          <a:prstGeom prst="rect">
            <a:avLst/>
          </a:prstGeom>
          <a:noFill/>
          <a:ln>
            <a:noFill/>
          </a:ln>
        </p:spPr>
        <p:txBody>
          <a:bodyPr/>
          <a:lstStyle/>
          <a:p>
            <a:endParaRPr lang="en-IN"/>
          </a:p>
        </p:txBody>
      </p:sp>
      <p:sp>
        <p:nvSpPr>
          <p:cNvPr id="80" name="Google Shape;80;g36bc379c7b1_10_128"/>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Photo">
  <p:cSld name="Photo">
    <p:spTree>
      <p:nvGrpSpPr>
        <p:cNvPr id="1" name="Shape 81"/>
        <p:cNvGrpSpPr/>
        <p:nvPr/>
      </p:nvGrpSpPr>
      <p:grpSpPr>
        <a:xfrm>
          <a:off x="0" y="0"/>
          <a:ext cx="0" cy="0"/>
          <a:chOff x="0" y="0"/>
          <a:chExt cx="0" cy="0"/>
        </a:xfrm>
      </p:grpSpPr>
      <p:sp>
        <p:nvSpPr>
          <p:cNvPr id="82" name="Google Shape;82;g36bc379c7b1_10_133"/>
          <p:cNvSpPr>
            <a:spLocks noGrp="1"/>
          </p:cNvSpPr>
          <p:nvPr>
            <p:ph type="pic" idx="2"/>
          </p:nvPr>
        </p:nvSpPr>
        <p:spPr>
          <a:xfrm>
            <a:off x="-1333500" y="-5524500"/>
            <a:ext cx="27051000" cy="21640800"/>
          </a:xfrm>
          <a:prstGeom prst="rect">
            <a:avLst/>
          </a:prstGeom>
          <a:noFill/>
          <a:ln>
            <a:noFill/>
          </a:ln>
        </p:spPr>
        <p:txBody>
          <a:bodyPr/>
          <a:lstStyle/>
          <a:p>
            <a:endParaRPr lang="en-IN"/>
          </a:p>
        </p:txBody>
      </p:sp>
      <p:sp>
        <p:nvSpPr>
          <p:cNvPr id="83" name="Google Shape;83;g36bc379c7b1_10_133"/>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marR="0" lvl="0" indent="0" algn="ctr">
              <a:lnSpc>
                <a:spcPct val="100000"/>
              </a:lnSpc>
              <a:spcBef>
                <a:spcPts val="0"/>
              </a:spcBef>
              <a:spcAft>
                <a:spcPts val="0"/>
              </a:spcAft>
              <a:buClr>
                <a:srgbClr val="FFFFFF"/>
              </a:buClr>
              <a:buSzPts val="1800"/>
              <a:buFont typeface="Helvetica Neue"/>
              <a:buNone/>
              <a:defRPr>
                <a:solidFill>
                  <a:srgbClr val="FFFFFF"/>
                </a:solidFill>
              </a:defRPr>
            </a:lvl1pPr>
            <a:lvl2pPr marL="0" marR="0" lvl="1" indent="0" algn="ctr">
              <a:lnSpc>
                <a:spcPct val="100000"/>
              </a:lnSpc>
              <a:spcBef>
                <a:spcPts val="0"/>
              </a:spcBef>
              <a:spcAft>
                <a:spcPts val="0"/>
              </a:spcAft>
              <a:buClr>
                <a:srgbClr val="FFFFFF"/>
              </a:buClr>
              <a:buSzPts val="1800"/>
              <a:buFont typeface="Helvetica Neue"/>
              <a:buNone/>
              <a:defRPr>
                <a:solidFill>
                  <a:srgbClr val="FFFFFF"/>
                </a:solidFill>
              </a:defRPr>
            </a:lvl2pPr>
            <a:lvl3pPr marL="0" marR="0" lvl="2" indent="0" algn="ctr">
              <a:lnSpc>
                <a:spcPct val="100000"/>
              </a:lnSpc>
              <a:spcBef>
                <a:spcPts val="0"/>
              </a:spcBef>
              <a:spcAft>
                <a:spcPts val="0"/>
              </a:spcAft>
              <a:buClr>
                <a:srgbClr val="FFFFFF"/>
              </a:buClr>
              <a:buSzPts val="1800"/>
              <a:buFont typeface="Helvetica Neue"/>
              <a:buNone/>
              <a:defRPr>
                <a:solidFill>
                  <a:srgbClr val="FFFFFF"/>
                </a:solidFill>
              </a:defRPr>
            </a:lvl3pPr>
            <a:lvl4pPr marL="0" marR="0" lvl="3" indent="0" algn="ctr">
              <a:lnSpc>
                <a:spcPct val="100000"/>
              </a:lnSpc>
              <a:spcBef>
                <a:spcPts val="0"/>
              </a:spcBef>
              <a:spcAft>
                <a:spcPts val="0"/>
              </a:spcAft>
              <a:buClr>
                <a:srgbClr val="FFFFFF"/>
              </a:buClr>
              <a:buSzPts val="1800"/>
              <a:buFont typeface="Helvetica Neue"/>
              <a:buNone/>
              <a:defRPr>
                <a:solidFill>
                  <a:srgbClr val="FFFFFF"/>
                </a:solidFill>
              </a:defRPr>
            </a:lvl4pPr>
            <a:lvl5pPr marL="0" marR="0" lvl="4" indent="0" algn="ctr">
              <a:lnSpc>
                <a:spcPct val="100000"/>
              </a:lnSpc>
              <a:spcBef>
                <a:spcPts val="0"/>
              </a:spcBef>
              <a:spcAft>
                <a:spcPts val="0"/>
              </a:spcAft>
              <a:buClr>
                <a:srgbClr val="FFFFFF"/>
              </a:buClr>
              <a:buSzPts val="1800"/>
              <a:buFont typeface="Helvetica Neue"/>
              <a:buNone/>
              <a:defRPr>
                <a:solidFill>
                  <a:srgbClr val="FFFFFF"/>
                </a:solidFill>
              </a:defRPr>
            </a:lvl5pPr>
            <a:lvl6pPr marL="0" marR="0" lvl="5" indent="0" algn="ctr">
              <a:lnSpc>
                <a:spcPct val="100000"/>
              </a:lnSpc>
              <a:spcBef>
                <a:spcPts val="0"/>
              </a:spcBef>
              <a:spcAft>
                <a:spcPts val="0"/>
              </a:spcAft>
              <a:buClr>
                <a:srgbClr val="FFFFFF"/>
              </a:buClr>
              <a:buSzPts val="1800"/>
              <a:buFont typeface="Helvetica Neue"/>
              <a:buNone/>
              <a:defRPr>
                <a:solidFill>
                  <a:srgbClr val="FFFFFF"/>
                </a:solidFill>
              </a:defRPr>
            </a:lvl6pPr>
            <a:lvl7pPr marL="0" marR="0" lvl="6" indent="0" algn="ctr">
              <a:lnSpc>
                <a:spcPct val="100000"/>
              </a:lnSpc>
              <a:spcBef>
                <a:spcPts val="0"/>
              </a:spcBef>
              <a:spcAft>
                <a:spcPts val="0"/>
              </a:spcAft>
              <a:buClr>
                <a:srgbClr val="FFFFFF"/>
              </a:buClr>
              <a:buSzPts val="1800"/>
              <a:buFont typeface="Helvetica Neue"/>
              <a:buNone/>
              <a:defRPr>
                <a:solidFill>
                  <a:srgbClr val="FFFFFF"/>
                </a:solidFill>
              </a:defRPr>
            </a:lvl7pPr>
            <a:lvl8pPr marL="0" marR="0" lvl="7" indent="0" algn="ctr">
              <a:lnSpc>
                <a:spcPct val="100000"/>
              </a:lnSpc>
              <a:spcBef>
                <a:spcPts val="0"/>
              </a:spcBef>
              <a:spcAft>
                <a:spcPts val="0"/>
              </a:spcAft>
              <a:buClr>
                <a:srgbClr val="FFFFFF"/>
              </a:buClr>
              <a:buSzPts val="1800"/>
              <a:buFont typeface="Helvetica Neue"/>
              <a:buNone/>
              <a:defRPr>
                <a:solidFill>
                  <a:srgbClr val="FFFFFF"/>
                </a:solidFill>
              </a:defRPr>
            </a:lvl8pPr>
            <a:lvl9pPr marL="0" marR="0" lvl="8" indent="0" algn="ctr">
              <a:lnSpc>
                <a:spcPct val="100000"/>
              </a:lnSpc>
              <a:spcBef>
                <a:spcPts val="0"/>
              </a:spcBef>
              <a:spcAft>
                <a:spcPts val="0"/>
              </a:spcAft>
              <a:buClr>
                <a:srgbClr val="FFFFFF"/>
              </a:buClr>
              <a:buSzPts val="1800"/>
              <a:buFont typeface="Helvetica Neue"/>
              <a:buNone/>
              <a:defRPr>
                <a:solidFill>
                  <a:srgbClr val="FFFFFF"/>
                </a:solidFill>
              </a:defRPr>
            </a:lvl9pPr>
          </a:lstStyle>
          <a:p>
            <a:pPr marL="0" lvl="0" indent="0" algn="ctr" rtl="0">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Blank">
  <p:cSld name="Blank">
    <p:spTree>
      <p:nvGrpSpPr>
        <p:cNvPr id="1" name="Shape 84"/>
        <p:cNvGrpSpPr/>
        <p:nvPr/>
      </p:nvGrpSpPr>
      <p:grpSpPr>
        <a:xfrm>
          <a:off x="0" y="0"/>
          <a:ext cx="0" cy="0"/>
          <a:chOff x="0" y="0"/>
          <a:chExt cx="0" cy="0"/>
        </a:xfrm>
      </p:grpSpPr>
      <p:sp>
        <p:nvSpPr>
          <p:cNvPr id="85" name="Google Shape;85;g36bc379c7b1_10_136"/>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lvl="0" indent="0" algn="ctr">
              <a:lnSpc>
                <a:spcPct val="100000"/>
              </a:lnSpc>
              <a:spcBef>
                <a:spcPts val="0"/>
              </a:spcBef>
              <a:spcAft>
                <a:spcPts val="0"/>
              </a:spcAft>
              <a:buClr>
                <a:srgbClr val="000000"/>
              </a:buClr>
              <a:buSzPts val="1800"/>
              <a:buFont typeface="Helvetica Neue"/>
              <a:buNone/>
              <a:defRPr sz="1800"/>
            </a:lvl1pPr>
            <a:lvl2pPr marL="0" lvl="1" indent="0" algn="ctr">
              <a:lnSpc>
                <a:spcPct val="100000"/>
              </a:lnSpc>
              <a:spcBef>
                <a:spcPts val="0"/>
              </a:spcBef>
              <a:spcAft>
                <a:spcPts val="0"/>
              </a:spcAft>
              <a:buClr>
                <a:srgbClr val="000000"/>
              </a:buClr>
              <a:buSzPts val="1800"/>
              <a:buFont typeface="Helvetica Neue"/>
              <a:buNone/>
              <a:defRPr sz="1800"/>
            </a:lvl2pPr>
            <a:lvl3pPr marL="0" lvl="2" indent="0" algn="ctr">
              <a:lnSpc>
                <a:spcPct val="100000"/>
              </a:lnSpc>
              <a:spcBef>
                <a:spcPts val="0"/>
              </a:spcBef>
              <a:spcAft>
                <a:spcPts val="0"/>
              </a:spcAft>
              <a:buClr>
                <a:srgbClr val="000000"/>
              </a:buClr>
              <a:buSzPts val="1800"/>
              <a:buFont typeface="Helvetica Neue"/>
              <a:buNone/>
              <a:defRPr sz="1800"/>
            </a:lvl3pPr>
            <a:lvl4pPr marL="0" lvl="3" indent="0" algn="ctr">
              <a:lnSpc>
                <a:spcPct val="100000"/>
              </a:lnSpc>
              <a:spcBef>
                <a:spcPts val="0"/>
              </a:spcBef>
              <a:spcAft>
                <a:spcPts val="0"/>
              </a:spcAft>
              <a:buClr>
                <a:srgbClr val="000000"/>
              </a:buClr>
              <a:buSzPts val="1800"/>
              <a:buFont typeface="Helvetica Neue"/>
              <a:buNone/>
              <a:defRPr sz="1800"/>
            </a:lvl4pPr>
            <a:lvl5pPr marL="0" lvl="4" indent="0" algn="ctr">
              <a:lnSpc>
                <a:spcPct val="100000"/>
              </a:lnSpc>
              <a:spcBef>
                <a:spcPts val="0"/>
              </a:spcBef>
              <a:spcAft>
                <a:spcPts val="0"/>
              </a:spcAft>
              <a:buClr>
                <a:srgbClr val="000000"/>
              </a:buClr>
              <a:buSzPts val="1800"/>
              <a:buFont typeface="Helvetica Neue"/>
              <a:buNone/>
              <a:defRPr sz="1800"/>
            </a:lvl5pPr>
            <a:lvl6pPr marL="0" lvl="5" indent="0" algn="ctr">
              <a:lnSpc>
                <a:spcPct val="100000"/>
              </a:lnSpc>
              <a:spcBef>
                <a:spcPts val="0"/>
              </a:spcBef>
              <a:spcAft>
                <a:spcPts val="0"/>
              </a:spcAft>
              <a:buClr>
                <a:srgbClr val="000000"/>
              </a:buClr>
              <a:buSzPts val="1800"/>
              <a:buFont typeface="Helvetica Neue"/>
              <a:buNone/>
              <a:defRPr sz="1800"/>
            </a:lvl6pPr>
            <a:lvl7pPr marL="0" lvl="6" indent="0" algn="ctr">
              <a:lnSpc>
                <a:spcPct val="100000"/>
              </a:lnSpc>
              <a:spcBef>
                <a:spcPts val="0"/>
              </a:spcBef>
              <a:spcAft>
                <a:spcPts val="0"/>
              </a:spcAft>
              <a:buClr>
                <a:srgbClr val="000000"/>
              </a:buClr>
              <a:buSzPts val="1800"/>
              <a:buFont typeface="Helvetica Neue"/>
              <a:buNone/>
              <a:defRPr sz="1800"/>
            </a:lvl7pPr>
            <a:lvl8pPr marL="0" lvl="7" indent="0" algn="ctr">
              <a:lnSpc>
                <a:spcPct val="100000"/>
              </a:lnSpc>
              <a:spcBef>
                <a:spcPts val="0"/>
              </a:spcBef>
              <a:spcAft>
                <a:spcPts val="0"/>
              </a:spcAft>
              <a:buClr>
                <a:srgbClr val="000000"/>
              </a:buClr>
              <a:buSzPts val="1800"/>
              <a:buFont typeface="Helvetica Neue"/>
              <a:buNone/>
              <a:defRPr sz="1800"/>
            </a:lvl8pPr>
            <a:lvl9pPr marL="0" lvl="8" indent="0" algn="ctr">
              <a:lnSpc>
                <a:spcPct val="100000"/>
              </a:lnSpc>
              <a:spcBef>
                <a:spcPts val="0"/>
              </a:spcBef>
              <a:spcAft>
                <a:spcPts val="0"/>
              </a:spcAft>
              <a:buClr>
                <a:srgbClr val="000000"/>
              </a:buClr>
              <a:buSzPts val="1800"/>
              <a:buFont typeface="Helvetica Neue"/>
              <a:buNone/>
              <a:defRPr sz="1800"/>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image" Target="../media/image2.png"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1.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g36bc379c7b1_10_57"/>
          <p:cNvSpPr txBox="1">
            <a:spLocks noGrp="1"/>
          </p:cNvSpPr>
          <p:nvPr>
            <p:ph type="title"/>
          </p:nvPr>
        </p:nvSpPr>
        <p:spPr>
          <a:xfrm>
            <a:off x="1206500" y="1079500"/>
            <a:ext cx="21971100" cy="1433100"/>
          </a:xfrm>
          <a:prstGeom prst="rect">
            <a:avLst/>
          </a:prstGeom>
          <a:noFill/>
          <a:ln>
            <a:noFill/>
          </a:ln>
        </p:spPr>
        <p:txBody>
          <a:bodyPr spcFirstLastPara="1" wrap="square" lIns="50800" tIns="50800" rIns="50800" bIns="50800" anchor="t" anchorCtr="0">
            <a:normAutofit/>
          </a:bodyPr>
          <a:lstStyle>
            <a:lvl1pPr marR="0" lvl="0"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1pPr>
            <a:lvl2pPr marR="0" lvl="1"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2pPr>
            <a:lvl3pPr marR="0" lvl="2"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3pPr>
            <a:lvl4pPr marR="0" lvl="3"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4pPr>
            <a:lvl5pPr marR="0" lvl="4"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5pPr>
            <a:lvl6pPr marR="0" lvl="5"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6pPr>
            <a:lvl7pPr marR="0" lvl="6"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7pPr>
            <a:lvl8pPr marR="0" lvl="7"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8pPr>
            <a:lvl9pPr marR="0" lvl="8" algn="l" rtl="0">
              <a:lnSpc>
                <a:spcPct val="80000"/>
              </a:lnSpc>
              <a:spcBef>
                <a:spcPts val="0"/>
              </a:spcBef>
              <a:spcAft>
                <a:spcPts val="0"/>
              </a:spcAft>
              <a:buClr>
                <a:srgbClr val="000000"/>
              </a:buClr>
              <a:buSzPts val="8500"/>
              <a:buFont typeface="Helvetica Neue"/>
              <a:buNone/>
              <a:defRPr sz="8500" b="1" i="0" u="none" strike="noStrike" cap="none">
                <a:solidFill>
                  <a:srgbClr val="000000"/>
                </a:solidFill>
                <a:latin typeface="Helvetica Neue"/>
                <a:ea typeface="Helvetica Neue"/>
                <a:cs typeface="Helvetica Neue"/>
                <a:sym typeface="Helvetica Neue"/>
              </a:defRPr>
            </a:lvl9pPr>
          </a:lstStyle>
          <a:p>
            <a:endParaRPr/>
          </a:p>
        </p:txBody>
      </p:sp>
      <p:sp>
        <p:nvSpPr>
          <p:cNvPr id="7" name="Google Shape;7;g36bc379c7b1_10_57"/>
          <p:cNvSpPr txBox="1">
            <a:spLocks noGrp="1"/>
          </p:cNvSpPr>
          <p:nvPr>
            <p:ph type="body" idx="1"/>
          </p:nvPr>
        </p:nvSpPr>
        <p:spPr>
          <a:xfrm>
            <a:off x="1206500" y="4248504"/>
            <a:ext cx="21971100" cy="8256000"/>
          </a:xfrm>
          <a:prstGeom prst="rect">
            <a:avLst/>
          </a:prstGeom>
          <a:noFill/>
          <a:ln>
            <a:noFill/>
          </a:ln>
        </p:spPr>
        <p:txBody>
          <a:bodyPr spcFirstLastPara="1" wrap="square" lIns="50800" tIns="50800" rIns="50800" bIns="50800" anchor="t" anchorCtr="0">
            <a:normAutofit/>
          </a:bodyPr>
          <a:lstStyle>
            <a:lvl1pPr marL="457200" marR="0" lvl="0"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1pPr>
            <a:lvl2pPr marL="914400" marR="0" lvl="1"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2pPr>
            <a:lvl3pPr marL="1371600" marR="0" lvl="2"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3pPr>
            <a:lvl4pPr marL="1828800" marR="0" lvl="3"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4pPr>
            <a:lvl5pPr marL="2286000" marR="0" lvl="4"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5pPr>
            <a:lvl6pPr marL="2743200" marR="0" lvl="5"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6pPr>
            <a:lvl7pPr marL="3200400" marR="0" lvl="6"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7pPr>
            <a:lvl8pPr marL="3657600" marR="0" lvl="7" indent="-603504"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8pPr>
            <a:lvl9pPr marL="4114800" marR="0" lvl="8" indent="-603503" algn="l" rtl="0">
              <a:lnSpc>
                <a:spcPct val="90000"/>
              </a:lnSpc>
              <a:spcBef>
                <a:spcPts val="4500"/>
              </a:spcBef>
              <a:spcAft>
                <a:spcPts val="0"/>
              </a:spcAft>
              <a:buClr>
                <a:srgbClr val="000000"/>
              </a:buClr>
              <a:buSzPts val="5904"/>
              <a:buFont typeface="Helvetica Neue"/>
              <a:buChar char="•"/>
              <a:defRPr sz="4800" b="0" i="0" u="none" strike="noStrike" cap="none">
                <a:solidFill>
                  <a:srgbClr val="000000"/>
                </a:solidFill>
                <a:latin typeface="Helvetica Neue"/>
                <a:ea typeface="Helvetica Neue"/>
                <a:cs typeface="Helvetica Neue"/>
                <a:sym typeface="Helvetica Neue"/>
              </a:defRPr>
            </a:lvl9pPr>
          </a:lstStyle>
          <a:p>
            <a:endParaRPr/>
          </a:p>
        </p:txBody>
      </p:sp>
      <p:pic>
        <p:nvPicPr>
          <p:cNvPr id="8" name="Google Shape;8;g36bc379c7b1_10_57" descr="pasted-movie.heif"/>
          <p:cNvPicPr preferRelativeResize="0"/>
          <p:nvPr/>
        </p:nvPicPr>
        <p:blipFill rotWithShape="1">
          <a:blip r:embed="rId19">
            <a:alphaModFix/>
          </a:blip>
          <a:srcRect t="388" r="85220" b="388"/>
          <a:stretch/>
        </p:blipFill>
        <p:spPr>
          <a:xfrm>
            <a:off x="67789" y="52176"/>
            <a:ext cx="1490826" cy="1801247"/>
          </a:xfrm>
          <a:prstGeom prst="rect">
            <a:avLst/>
          </a:prstGeom>
          <a:noFill/>
          <a:ln>
            <a:noFill/>
          </a:ln>
        </p:spPr>
      </p:pic>
      <p:pic>
        <p:nvPicPr>
          <p:cNvPr id="9" name="Google Shape;9;g36bc379c7b1_10_57" descr="pasted-movie.heif"/>
          <p:cNvPicPr preferRelativeResize="0"/>
          <p:nvPr/>
        </p:nvPicPr>
        <p:blipFill rotWithShape="1">
          <a:blip r:embed="rId20">
            <a:alphaModFix/>
          </a:blip>
          <a:srcRect l="50059" r="33607"/>
          <a:stretch/>
        </p:blipFill>
        <p:spPr>
          <a:xfrm>
            <a:off x="22617501" y="39476"/>
            <a:ext cx="1658035" cy="1826982"/>
          </a:xfrm>
          <a:prstGeom prst="rect">
            <a:avLst/>
          </a:prstGeom>
          <a:noFill/>
          <a:ln>
            <a:noFill/>
          </a:ln>
        </p:spPr>
      </p:pic>
      <p:sp>
        <p:nvSpPr>
          <p:cNvPr id="10" name="Google Shape;10;g36bc379c7b1_10_57"/>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lvl1pPr marL="0" marR="0" lvl="0"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SzPts val="1800"/>
              <a:buFont typeface="Helvetica Neue"/>
              <a:buNone/>
              <a:defRPr sz="18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g36bc379c7b1_0_551"/>
          <p:cNvSpPr txBox="1">
            <a:spLocks noGrp="1"/>
          </p:cNvSpPr>
          <p:nvPr>
            <p:ph type="body" idx="1"/>
          </p:nvPr>
        </p:nvSpPr>
        <p:spPr>
          <a:xfrm>
            <a:off x="13176050" y="8116386"/>
            <a:ext cx="10476429" cy="3133200"/>
          </a:xfrm>
          <a:prstGeom prst="rect">
            <a:avLst/>
          </a:prstGeom>
          <a:noFill/>
          <a:ln>
            <a:noFill/>
          </a:ln>
        </p:spPr>
        <p:txBody>
          <a:bodyPr spcFirstLastPara="1" wrap="square" lIns="45700" tIns="45700" rIns="45700" bIns="45700" anchor="t" anchorCtr="0">
            <a:normAutofit/>
          </a:bodyPr>
          <a:lstStyle/>
          <a:p>
            <a:pPr marL="0" lvl="0" indent="0" algn="ctr" rtl="0">
              <a:lnSpc>
                <a:spcPct val="100000"/>
              </a:lnSpc>
              <a:spcBef>
                <a:spcPts val="0"/>
              </a:spcBef>
              <a:spcAft>
                <a:spcPts val="0"/>
              </a:spcAft>
              <a:buClr>
                <a:srgbClr val="000000"/>
              </a:buClr>
              <a:buSzPts val="3600"/>
              <a:buFont typeface="Helvetica Neue"/>
              <a:buNone/>
            </a:pPr>
            <a:r>
              <a:rPr lang="en-US" sz="3600" b="1" dirty="0">
                <a:latin typeface="Times New Roman" panose="02020603050405020304" pitchFamily="18" charset="0"/>
                <a:cs typeface="Times New Roman" panose="02020603050405020304" pitchFamily="18" charset="0"/>
              </a:rPr>
              <a:t>Supervisor</a:t>
            </a:r>
          </a:p>
          <a:p>
            <a:pPr marL="0" lvl="0" indent="0" algn="ctr"/>
            <a:r>
              <a:rPr lang="en-US">
                <a:latin typeface="Times New Roman" panose="02020603050405020304" pitchFamily="18" charset="0"/>
                <a:cs typeface="Times New Roman" panose="02020603050405020304" pitchFamily="18" charset="0"/>
              </a:rPr>
              <a:t>Dr </a:t>
            </a:r>
            <a:r>
              <a:rPr lang="en-US" dirty="0">
                <a:latin typeface="Times New Roman" panose="02020603050405020304" pitchFamily="18" charset="0"/>
                <a:cs typeface="Times New Roman" panose="02020603050405020304" pitchFamily="18" charset="0"/>
              </a:rPr>
              <a:t>K Baskar, Professor</a:t>
            </a:r>
          </a:p>
          <a:p>
            <a:pPr marL="0" lvl="0" indent="0" algn="ctr"/>
            <a:r>
              <a:rPr lang="en-US" dirty="0">
                <a:latin typeface="Times New Roman" panose="02020603050405020304" pitchFamily="18" charset="0"/>
                <a:cs typeface="Times New Roman" panose="02020603050405020304" pitchFamily="18" charset="0"/>
              </a:rPr>
              <a:t>Department of Computer Science and Engineering</a:t>
            </a:r>
            <a:endParaRPr dirty="0">
              <a:latin typeface="Times New Roman" panose="02020603050405020304" pitchFamily="18" charset="0"/>
              <a:cs typeface="Times New Roman" panose="02020603050405020304" pitchFamily="18" charset="0"/>
            </a:endParaRPr>
          </a:p>
          <a:p>
            <a:pPr marL="0" lvl="0" indent="0" algn="ctr" rtl="0">
              <a:lnSpc>
                <a:spcPct val="100000"/>
              </a:lnSpc>
              <a:spcBef>
                <a:spcPts val="0"/>
              </a:spcBef>
              <a:spcAft>
                <a:spcPts val="0"/>
              </a:spcAft>
              <a:buClr>
                <a:srgbClr val="000000"/>
              </a:buClr>
              <a:buSzPts val="3600"/>
              <a:buFont typeface="Helvetica Neue"/>
              <a:buNone/>
            </a:pPr>
            <a:r>
              <a:rPr lang="en-US" sz="3600" b="1" dirty="0">
                <a:latin typeface="Times New Roman" panose="02020603050405020304" pitchFamily="18" charset="0"/>
                <a:cs typeface="Times New Roman" panose="02020603050405020304" pitchFamily="18" charset="0"/>
              </a:rPr>
              <a:t>SIMATS Engineering</a:t>
            </a:r>
            <a:endParaRPr dirty="0">
              <a:latin typeface="Times New Roman" panose="02020603050405020304" pitchFamily="18" charset="0"/>
              <a:cs typeface="Times New Roman" panose="02020603050405020304" pitchFamily="18" charset="0"/>
            </a:endParaRPr>
          </a:p>
        </p:txBody>
      </p:sp>
      <p:sp>
        <p:nvSpPr>
          <p:cNvPr id="91" name="Google Shape;91;g36bc379c7b1_0_551"/>
          <p:cNvSpPr txBox="1">
            <a:spLocks noGrp="1"/>
          </p:cNvSpPr>
          <p:nvPr>
            <p:ph type="title"/>
          </p:nvPr>
        </p:nvSpPr>
        <p:spPr>
          <a:xfrm>
            <a:off x="1206496" y="3833066"/>
            <a:ext cx="21971100" cy="2553000"/>
          </a:xfrm>
          <a:prstGeom prst="rect">
            <a:avLst/>
          </a:prstGeom>
          <a:noFill/>
          <a:ln>
            <a:noFill/>
          </a:ln>
          <a:effectLst>
            <a:outerShdw blurRad="57150" dist="19050" dir="5400000" algn="bl" rotWithShape="0">
              <a:srgbClr val="000000">
                <a:alpha val="50000"/>
              </a:srgbClr>
            </a:outerShdw>
          </a:effectLst>
        </p:spPr>
        <p:txBody>
          <a:bodyPr spcFirstLastPara="1" wrap="square" lIns="50800" tIns="50800" rIns="50800" bIns="50800" anchor="ctr" anchorCtr="0">
            <a:normAutofit/>
          </a:bodyPr>
          <a:lstStyle/>
          <a:p>
            <a:pPr marL="0" marR="0" lvl="0" indent="0" algn="ctr" rtl="0">
              <a:lnSpc>
                <a:spcPct val="80000"/>
              </a:lnSpc>
              <a:spcBef>
                <a:spcPts val="0"/>
              </a:spcBef>
              <a:spcAft>
                <a:spcPts val="0"/>
              </a:spcAft>
              <a:buClr>
                <a:schemeClr val="accent1"/>
              </a:buClr>
              <a:buSzPts val="11600"/>
              <a:buFont typeface="Helvetica Neue"/>
              <a:buNone/>
            </a:pPr>
            <a:r>
              <a:rPr lang="en-US" sz="6000" dirty="0">
                <a:solidFill>
                  <a:schemeClr val="tx1"/>
                </a:solidFill>
                <a:latin typeface="Times New Roman" panose="02020603050405020304" pitchFamily="18" charset="0"/>
                <a:cs typeface="Times New Roman" panose="02020603050405020304" pitchFamily="18" charset="0"/>
              </a:rPr>
              <a:t>Customer Lifetime Value Prediction Using Machine Learning Regression</a:t>
            </a:r>
            <a:endParaRPr sz="6000" dirty="0">
              <a:solidFill>
                <a:schemeClr val="tx1"/>
              </a:solidFill>
              <a:latin typeface="Times New Roman" panose="02020603050405020304" pitchFamily="18" charset="0"/>
              <a:cs typeface="Times New Roman" panose="02020603050405020304" pitchFamily="18" charset="0"/>
            </a:endParaRPr>
          </a:p>
        </p:txBody>
      </p:sp>
      <p:sp>
        <p:nvSpPr>
          <p:cNvPr id="92" name="Google Shape;92;g36bc379c7b1_0_551"/>
          <p:cNvSpPr txBox="1">
            <a:spLocks noGrp="1"/>
          </p:cNvSpPr>
          <p:nvPr>
            <p:ph type="body" idx="2"/>
          </p:nvPr>
        </p:nvSpPr>
        <p:spPr>
          <a:xfrm>
            <a:off x="1769806" y="6437137"/>
            <a:ext cx="9438145" cy="7986787"/>
          </a:xfrm>
          <a:prstGeom prst="rect">
            <a:avLst/>
          </a:prstGeom>
          <a:noFill/>
          <a:ln>
            <a:noFill/>
          </a:ln>
        </p:spPr>
        <p:txBody>
          <a:bodyPr spcFirstLastPara="1" wrap="square" lIns="50800" tIns="50800" rIns="50800" bIns="50800" anchor="t" anchorCtr="0">
            <a:normAutofit lnSpcReduction="10000"/>
          </a:bodyPr>
          <a:lstStyle/>
          <a:p>
            <a:pPr marL="0" marR="0" lvl="0" indent="0" algn="l" rtl="0">
              <a:lnSpc>
                <a:spcPct val="100000"/>
              </a:lnSpc>
              <a:spcBef>
                <a:spcPts val="0"/>
              </a:spcBef>
              <a:spcAft>
                <a:spcPts val="0"/>
              </a:spcAft>
              <a:buClr>
                <a:srgbClr val="000000"/>
              </a:buClr>
              <a:buSzPts val="4500"/>
              <a:buFont typeface="Helvetica Neue"/>
              <a:buNone/>
            </a:pPr>
            <a:r>
              <a:rPr lang="en-US" sz="3600" dirty="0" err="1">
                <a:latin typeface="Times New Roman" panose="02020603050405020304" pitchFamily="18" charset="0"/>
                <a:cs typeface="Times New Roman" panose="02020603050405020304" pitchFamily="18" charset="0"/>
              </a:rPr>
              <a:t>K.Kameshwaran</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192312046</a:t>
            </a: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Deepan Kumar P</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192312498</a:t>
            </a: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Anirudhan S</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192312056</a:t>
            </a: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Shaik Arshad Basha</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192312336</a:t>
            </a: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r>
              <a:rPr lang="en-US" sz="3600" dirty="0" err="1">
                <a:latin typeface="Times New Roman" panose="02020603050405020304" pitchFamily="18" charset="0"/>
                <a:cs typeface="Times New Roman" panose="02020603050405020304" pitchFamily="18" charset="0"/>
              </a:rPr>
              <a:t>Thiruvenkadaprasath</a:t>
            </a:r>
            <a:r>
              <a:rPr lang="en-US" sz="3600" dirty="0">
                <a:latin typeface="Times New Roman" panose="02020603050405020304" pitchFamily="18" charset="0"/>
                <a:cs typeface="Times New Roman" panose="02020603050405020304" pitchFamily="18" charset="0"/>
              </a:rPr>
              <a:t> S</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192312016</a:t>
            </a:r>
            <a:br>
              <a:rPr lang="en-US" sz="3600" dirty="0">
                <a:latin typeface="Times New Roman" panose="02020603050405020304" pitchFamily="18" charset="0"/>
                <a:cs typeface="Times New Roman" panose="02020603050405020304" pitchFamily="18" charset="0"/>
              </a:rPr>
            </a:br>
            <a:endParaRPr sz="3600" dirty="0">
              <a:latin typeface="Times New Roman" panose="02020603050405020304" pitchFamily="18" charset="0"/>
              <a:cs typeface="Times New Roman" panose="02020603050405020304" pitchFamily="18" charset="0"/>
            </a:endParaRPr>
          </a:p>
        </p:txBody>
      </p:sp>
      <p:sp>
        <p:nvSpPr>
          <p:cNvPr id="93" name="Google Shape;93;g36bc379c7b1_0_551"/>
          <p:cNvSpPr txBox="1">
            <a:spLocks noGrp="1"/>
          </p:cNvSpPr>
          <p:nvPr>
            <p:ph type="sldNum" idx="12"/>
          </p:nvPr>
        </p:nvSpPr>
        <p:spPr>
          <a:xfrm>
            <a:off x="12065050" y="13080999"/>
            <a:ext cx="2415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1</a:t>
            </a:fld>
            <a:endParaRPr/>
          </a:p>
        </p:txBody>
      </p:sp>
      <p:sp>
        <p:nvSpPr>
          <p:cNvPr id="95" name="Google Shape;95;g36bc379c7b1_0_551"/>
          <p:cNvSpPr txBox="1"/>
          <p:nvPr/>
        </p:nvSpPr>
        <p:spPr>
          <a:xfrm>
            <a:off x="1206498" y="1280071"/>
            <a:ext cx="21971100" cy="2553000"/>
          </a:xfrm>
          <a:prstGeom prst="rect">
            <a:avLst/>
          </a:prstGeom>
          <a:noFill/>
          <a:ln>
            <a:noFill/>
          </a:ln>
          <a:effectLst>
            <a:outerShdw blurRad="57150" dist="19050" dir="5400000" algn="bl" rotWithShape="0">
              <a:srgbClr val="000000">
                <a:alpha val="50000"/>
              </a:srgbClr>
            </a:outerShdw>
          </a:effectLst>
        </p:spPr>
        <p:txBody>
          <a:bodyPr spcFirstLastPara="1" wrap="square" lIns="50800" tIns="50800" rIns="50800" bIns="50800" anchor="ctr" anchorCtr="0">
            <a:normAutofit/>
          </a:bodyPr>
          <a:lstStyle/>
          <a:p>
            <a:pPr marL="0" marR="0" lvl="0" indent="0" algn="ctr" rtl="0">
              <a:lnSpc>
                <a:spcPct val="80000"/>
              </a:lnSpc>
              <a:spcBef>
                <a:spcPts val="0"/>
              </a:spcBef>
              <a:spcAft>
                <a:spcPts val="0"/>
              </a:spcAft>
              <a:buClr>
                <a:srgbClr val="EB220C"/>
              </a:buClr>
              <a:buSzPts val="6032"/>
              <a:buFont typeface="Helvetica Neue"/>
              <a:buNone/>
            </a:pPr>
            <a:r>
              <a:rPr lang="en-US" sz="6000" b="1" i="0" u="none" strike="noStrike" cap="none" dirty="0">
                <a:solidFill>
                  <a:srgbClr val="EB220C"/>
                </a:solidFill>
                <a:latin typeface="Times New Roman" panose="02020603050405020304" pitchFamily="18" charset="0"/>
                <a:ea typeface="Helvetica Neue"/>
                <a:cs typeface="Times New Roman" panose="02020603050405020304" pitchFamily="18" charset="0"/>
                <a:sym typeface="Helvetica Neue"/>
              </a:rPr>
              <a:t>SIMATS ENGINEERING</a:t>
            </a:r>
            <a:br>
              <a:rPr lang="en-US" sz="6000" b="1" i="0" u="none" strike="noStrike" cap="none" dirty="0">
                <a:solidFill>
                  <a:srgbClr val="EB220C"/>
                </a:solidFill>
                <a:latin typeface="Times New Roman" panose="02020603050405020304" pitchFamily="18" charset="0"/>
                <a:ea typeface="Helvetica Neue"/>
                <a:cs typeface="Times New Roman" panose="02020603050405020304" pitchFamily="18" charset="0"/>
                <a:sym typeface="Helvetica Neue"/>
              </a:rPr>
            </a:br>
            <a:r>
              <a:rPr lang="en-US" sz="6000" b="1" i="0" u="none" strike="noStrike" cap="none" dirty="0">
                <a:solidFill>
                  <a:srgbClr val="EB220C"/>
                </a:solidFill>
                <a:latin typeface="Times New Roman" panose="02020603050405020304" pitchFamily="18" charset="0"/>
                <a:ea typeface="Helvetica Neue"/>
                <a:cs typeface="Times New Roman" panose="02020603050405020304" pitchFamily="18" charset="0"/>
                <a:sym typeface="Helvetica Neue"/>
              </a:rPr>
              <a:t>Saveetha Institute of Medical and Technical Sciences</a:t>
            </a:r>
            <a:br>
              <a:rPr lang="en-US" sz="6000" b="1" i="0" u="none" strike="noStrike" cap="none" dirty="0">
                <a:solidFill>
                  <a:srgbClr val="EB220C"/>
                </a:solidFill>
                <a:latin typeface="Times New Roman" panose="02020603050405020304" pitchFamily="18" charset="0"/>
                <a:ea typeface="Helvetica Neue"/>
                <a:cs typeface="Times New Roman" panose="02020603050405020304" pitchFamily="18" charset="0"/>
                <a:sym typeface="Helvetica Neue"/>
              </a:rPr>
            </a:br>
            <a:r>
              <a:rPr lang="en-US" sz="6000" b="1" i="0" u="none" strike="noStrike" cap="none" dirty="0">
                <a:solidFill>
                  <a:srgbClr val="EB220C"/>
                </a:solidFill>
                <a:latin typeface="Times New Roman" panose="02020603050405020304" pitchFamily="18" charset="0"/>
                <a:ea typeface="Helvetica Neue"/>
                <a:cs typeface="Times New Roman" panose="02020603050405020304" pitchFamily="18" charset="0"/>
                <a:sym typeface="Helvetica Neue"/>
              </a:rPr>
              <a:t>Chennai-602105.</a:t>
            </a:r>
            <a:endParaRPr sz="6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g36bc379c7b1_0_560"/>
          <p:cNvSpPr txBox="1">
            <a:spLocks noGrp="1"/>
          </p:cNvSpPr>
          <p:nvPr>
            <p:ph type="title"/>
          </p:nvPr>
        </p:nvSpPr>
        <p:spPr>
          <a:xfrm>
            <a:off x="1737442" y="930291"/>
            <a:ext cx="21971100" cy="1433100"/>
          </a:xfrm>
          <a:prstGeom prst="rect">
            <a:avLst/>
          </a:prstGeom>
          <a:noFill/>
          <a:ln>
            <a:noFill/>
          </a:ln>
        </p:spPr>
        <p:txBody>
          <a:bodyPr spcFirstLastPara="1" wrap="square" lIns="50800" tIns="50800" rIns="50800" bIns="50800" anchor="t" anchorCtr="0">
            <a:normAutofit/>
          </a:bodyPr>
          <a:lstStyle/>
          <a:p>
            <a:pPr marL="0" lvl="0" indent="0" algn="l" rtl="0">
              <a:lnSpc>
                <a:spcPct val="80000"/>
              </a:lnSpc>
              <a:spcBef>
                <a:spcPts val="0"/>
              </a:spcBef>
              <a:spcAft>
                <a:spcPts val="0"/>
              </a:spcAft>
              <a:buClr>
                <a:srgbClr val="000000"/>
              </a:buClr>
              <a:buSzPts val="8500"/>
              <a:buFont typeface="Helvetica Neue"/>
              <a:buNone/>
            </a:pPr>
            <a:r>
              <a:rPr lang="en-US" sz="4400" b="1" i="0" u="none" strike="noStrike" cap="none" dirty="0">
                <a:solidFill>
                  <a:srgbClr val="000000"/>
                </a:solidFill>
                <a:latin typeface="Times New Roman" panose="02020603050405020304" pitchFamily="18" charset="0"/>
                <a:cs typeface="Times New Roman" panose="02020603050405020304" pitchFamily="18" charset="0"/>
                <a:sym typeface="Helvetica Neue"/>
              </a:rPr>
              <a:t>Abstract</a:t>
            </a:r>
            <a:endParaRPr sz="4400" dirty="0">
              <a:latin typeface="Times New Roman" panose="02020603050405020304" pitchFamily="18" charset="0"/>
              <a:cs typeface="Times New Roman" panose="02020603050405020304" pitchFamily="18" charset="0"/>
            </a:endParaRPr>
          </a:p>
        </p:txBody>
      </p:sp>
      <p:sp>
        <p:nvSpPr>
          <p:cNvPr id="101" name="Google Shape;101;g36bc379c7b1_0_560"/>
          <p:cNvSpPr txBox="1">
            <a:spLocks noGrp="1"/>
          </p:cNvSpPr>
          <p:nvPr>
            <p:ph type="body" idx="2"/>
          </p:nvPr>
        </p:nvSpPr>
        <p:spPr>
          <a:xfrm>
            <a:off x="1200250" y="1657149"/>
            <a:ext cx="22598120" cy="10466023"/>
          </a:xfrm>
          <a:prstGeom prst="rect">
            <a:avLst/>
          </a:prstGeom>
          <a:noFill/>
          <a:ln>
            <a:noFill/>
          </a:ln>
        </p:spPr>
        <p:txBody>
          <a:bodyPr spcFirstLastPara="1" wrap="square" lIns="50800" tIns="50800" rIns="50800" bIns="50800" anchor="t" anchorCtr="0">
            <a:noAutofit/>
          </a:bodyPr>
          <a:lstStyle/>
          <a:p>
            <a:pPr>
              <a:lnSpc>
                <a:spcPct val="150000"/>
              </a:lnSpc>
            </a:pPr>
            <a:r>
              <a:rPr lang="en-IN" sz="4000" dirty="0">
                <a:latin typeface="Times New Roman" panose="02020603050405020304" pitchFamily="18" charset="0"/>
                <a:cs typeface="Times New Roman" panose="02020603050405020304" pitchFamily="18" charset="0"/>
              </a:rPr>
              <a:t>This project aims to predict Customer Lifetime Value (CLV) using Random Forest Regression to help businesses identify high-value customers and improve decision-making. The model uses customer data such as Age, Gender, Purchase Frequency, Total Purchase Amount, Average Order Value, Recency, and Total Revenue collected from a Kaggle dataset.</a:t>
            </a:r>
          </a:p>
          <a:p>
            <a:pPr>
              <a:lnSpc>
                <a:spcPct val="150000"/>
              </a:lnSpc>
            </a:pPr>
            <a:r>
              <a:rPr lang="en-IN" sz="4000" dirty="0">
                <a:latin typeface="Times New Roman" panose="02020603050405020304" pitchFamily="18" charset="0"/>
                <a:cs typeface="Times New Roman" panose="02020603050405020304" pitchFamily="18" charset="0"/>
              </a:rPr>
              <a:t>The methodology includes data collection, preprocessing, feature engineering, exploratory data analysis (EDA), model training, and evaluation using MAE, RMSE, and R² Score. The predicted CLV is used to classify customers into Gold, Silver, and Bronze segments and is displayed through a dashboard with business recommendations.</a:t>
            </a:r>
          </a:p>
          <a:p>
            <a:pPr>
              <a:lnSpc>
                <a:spcPct val="150000"/>
              </a:lnSpc>
            </a:pPr>
            <a:r>
              <a:rPr lang="en-IN" sz="4000" dirty="0">
                <a:latin typeface="Times New Roman" panose="02020603050405020304" pitchFamily="18" charset="0"/>
                <a:cs typeface="Times New Roman" panose="02020603050405020304" pitchFamily="18" charset="0"/>
              </a:rPr>
              <a:t>The system provides accurate CLV predictions, enabling businesses to improve customer retention, optimize marketing strategies, and make data-driven decisions.</a:t>
            </a:r>
          </a:p>
        </p:txBody>
      </p:sp>
      <p:sp>
        <p:nvSpPr>
          <p:cNvPr id="102" name="Google Shape;102;g36bc379c7b1_0_560"/>
          <p:cNvSpPr txBox="1">
            <a:spLocks noGrp="1"/>
          </p:cNvSpPr>
          <p:nvPr>
            <p:ph type="sldNum" idx="12"/>
          </p:nvPr>
        </p:nvSpPr>
        <p:spPr>
          <a:xfrm>
            <a:off x="12065050" y="13080999"/>
            <a:ext cx="2415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36bc379c7b1_0_566"/>
          <p:cNvSpPr txBox="1">
            <a:spLocks noGrp="1"/>
          </p:cNvSpPr>
          <p:nvPr>
            <p:ph type="title"/>
          </p:nvPr>
        </p:nvSpPr>
        <p:spPr>
          <a:xfrm>
            <a:off x="1079500" y="2141384"/>
            <a:ext cx="21971100" cy="1433100"/>
          </a:xfrm>
          <a:prstGeom prst="rect">
            <a:avLst/>
          </a:prstGeom>
          <a:noFill/>
          <a:ln>
            <a:noFill/>
          </a:ln>
        </p:spPr>
        <p:txBody>
          <a:bodyPr spcFirstLastPara="1" wrap="square" lIns="50800" tIns="50800" rIns="50800" bIns="50800" anchor="t" anchorCtr="0">
            <a:normAutofit/>
          </a:bodyPr>
          <a:lstStyle/>
          <a:p>
            <a:pPr marL="0" lvl="0" indent="0" algn="l" rtl="0">
              <a:lnSpc>
                <a:spcPct val="80000"/>
              </a:lnSpc>
              <a:spcBef>
                <a:spcPts val="0"/>
              </a:spcBef>
              <a:spcAft>
                <a:spcPts val="0"/>
              </a:spcAft>
              <a:buClr>
                <a:srgbClr val="000000"/>
              </a:buClr>
              <a:buSzPts val="8500"/>
              <a:buFont typeface="Helvetica Neue"/>
              <a:buNone/>
            </a:pPr>
            <a:r>
              <a:rPr lang="en-US" sz="4400" b="1" i="0" u="none" strike="noStrike" cap="none" dirty="0">
                <a:solidFill>
                  <a:srgbClr val="000000"/>
                </a:solidFill>
                <a:latin typeface="Times New Roman" panose="02020603050405020304" pitchFamily="18" charset="0"/>
                <a:cs typeface="Times New Roman" panose="02020603050405020304" pitchFamily="18" charset="0"/>
                <a:sym typeface="Helvetica Neue"/>
              </a:rPr>
              <a:t>Problem Statement:</a:t>
            </a:r>
            <a:endParaRPr sz="4400" dirty="0">
              <a:latin typeface="Times New Roman" panose="02020603050405020304" pitchFamily="18" charset="0"/>
              <a:cs typeface="Times New Roman" panose="02020603050405020304" pitchFamily="18" charset="0"/>
            </a:endParaRPr>
          </a:p>
        </p:txBody>
      </p:sp>
      <p:sp>
        <p:nvSpPr>
          <p:cNvPr id="108" name="Google Shape;108;g36bc379c7b1_0_566"/>
          <p:cNvSpPr txBox="1">
            <a:spLocks noGrp="1"/>
          </p:cNvSpPr>
          <p:nvPr>
            <p:ph type="body" idx="2"/>
          </p:nvPr>
        </p:nvSpPr>
        <p:spPr>
          <a:xfrm>
            <a:off x="684821" y="2399987"/>
            <a:ext cx="23243458" cy="9570155"/>
          </a:xfrm>
          <a:prstGeom prst="rect">
            <a:avLst/>
          </a:prstGeom>
          <a:noFill/>
          <a:ln>
            <a:noFill/>
          </a:ln>
        </p:spPr>
        <p:txBody>
          <a:bodyPr spcFirstLastPara="1" wrap="square" lIns="50800" tIns="50800" rIns="50800" bIns="50800" anchor="t" anchorCtr="0">
            <a:noAutofit/>
          </a:bodyPr>
          <a:lstStyle/>
          <a:p>
            <a:pPr>
              <a:lnSpc>
                <a:spcPct val="150000"/>
              </a:lnSpc>
            </a:pPr>
            <a:r>
              <a:rPr lang="en-IN" sz="4400" dirty="0">
                <a:latin typeface="Times New Roman" panose="02020603050405020304" pitchFamily="18" charset="0"/>
                <a:cs typeface="Times New Roman" panose="02020603050405020304" pitchFamily="18" charset="0"/>
              </a:rPr>
              <a:t>Many businesses focus on short-term sales instead of understanding the </a:t>
            </a:r>
            <a:r>
              <a:rPr lang="en-IN" sz="4400" b="1" dirty="0">
                <a:latin typeface="Times New Roman" panose="02020603050405020304" pitchFamily="18" charset="0"/>
                <a:cs typeface="Times New Roman" panose="02020603050405020304" pitchFamily="18" charset="0"/>
              </a:rPr>
              <a:t>long-term value of their customers</a:t>
            </a:r>
            <a:r>
              <a:rPr lang="en-IN" sz="4400" dirty="0">
                <a:latin typeface="Times New Roman" panose="02020603050405020304" pitchFamily="18" charset="0"/>
                <a:cs typeface="Times New Roman" panose="02020603050405020304" pitchFamily="18" charset="0"/>
              </a:rPr>
              <a:t>, making it difficult to identify high-value customers and develop effective retention strategies. Traditional methods of estimating Customer Lifetime Value (CLV) are often inaccurate and time-consuming.</a:t>
            </a:r>
          </a:p>
          <a:p>
            <a:pPr>
              <a:lnSpc>
                <a:spcPct val="150000"/>
              </a:lnSpc>
            </a:pPr>
            <a:r>
              <a:rPr lang="en-IN" sz="4400" dirty="0">
                <a:latin typeface="Times New Roman" panose="02020603050405020304" pitchFamily="18" charset="0"/>
                <a:cs typeface="Times New Roman" panose="02020603050405020304" pitchFamily="18" charset="0"/>
              </a:rPr>
              <a:t>This project addresses this problem by using </a:t>
            </a:r>
            <a:r>
              <a:rPr lang="en-IN" sz="4400" b="1" dirty="0">
                <a:latin typeface="Times New Roman" panose="02020603050405020304" pitchFamily="18" charset="0"/>
                <a:cs typeface="Times New Roman" panose="02020603050405020304" pitchFamily="18" charset="0"/>
              </a:rPr>
              <a:t>Machine Learning (Random Forest Regression)</a:t>
            </a:r>
            <a:r>
              <a:rPr lang="en-IN" sz="4400" dirty="0">
                <a:latin typeface="Times New Roman" panose="02020603050405020304" pitchFamily="18" charset="0"/>
                <a:cs typeface="Times New Roman" panose="02020603050405020304" pitchFamily="18" charset="0"/>
              </a:rPr>
              <a:t> to accurately predict Customer Lifetime Value based on customer purchasing </a:t>
            </a:r>
            <a:r>
              <a:rPr lang="en-IN" sz="4400" dirty="0" err="1">
                <a:latin typeface="Times New Roman" panose="02020603050405020304" pitchFamily="18" charset="0"/>
                <a:cs typeface="Times New Roman" panose="02020603050405020304" pitchFamily="18" charset="0"/>
              </a:rPr>
              <a:t>behavior</a:t>
            </a:r>
            <a:r>
              <a:rPr lang="en-IN" sz="4400" dirty="0">
                <a:latin typeface="Times New Roman" panose="02020603050405020304" pitchFamily="18" charset="0"/>
                <a:cs typeface="Times New Roman" panose="02020603050405020304" pitchFamily="18" charset="0"/>
              </a:rPr>
              <a:t> and demographic data. The predicted CLV helps businesses segment customers, improve retention, optimize marketing efforts, and make data-driven business decisions.</a:t>
            </a:r>
          </a:p>
        </p:txBody>
      </p:sp>
      <p:sp>
        <p:nvSpPr>
          <p:cNvPr id="109" name="Google Shape;109;g36bc379c7b1_0_566"/>
          <p:cNvSpPr txBox="1">
            <a:spLocks noGrp="1"/>
          </p:cNvSpPr>
          <p:nvPr>
            <p:ph type="sldNum" idx="12"/>
          </p:nvPr>
        </p:nvSpPr>
        <p:spPr>
          <a:xfrm>
            <a:off x="12065050" y="13080999"/>
            <a:ext cx="2415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36bc379c7b1_0_572"/>
          <p:cNvSpPr txBox="1">
            <a:spLocks noGrp="1"/>
          </p:cNvSpPr>
          <p:nvPr>
            <p:ph type="title"/>
          </p:nvPr>
        </p:nvSpPr>
        <p:spPr>
          <a:xfrm>
            <a:off x="1206500" y="1079500"/>
            <a:ext cx="21971100" cy="1433100"/>
          </a:xfrm>
          <a:prstGeom prst="rect">
            <a:avLst/>
          </a:prstGeom>
          <a:noFill/>
          <a:ln>
            <a:noFill/>
          </a:ln>
        </p:spPr>
        <p:txBody>
          <a:bodyPr spcFirstLastPara="1" wrap="square" lIns="50800" tIns="50800" rIns="50800" bIns="50800" anchor="t" anchorCtr="0">
            <a:normAutofit/>
          </a:bodyPr>
          <a:lstStyle/>
          <a:p>
            <a:pPr marL="0" lvl="0" indent="0" algn="l" rtl="0">
              <a:lnSpc>
                <a:spcPct val="80000"/>
              </a:lnSpc>
              <a:spcBef>
                <a:spcPts val="0"/>
              </a:spcBef>
              <a:spcAft>
                <a:spcPts val="0"/>
              </a:spcAft>
              <a:buClr>
                <a:srgbClr val="000000"/>
              </a:buClr>
              <a:buSzPts val="8500"/>
              <a:buFont typeface="Helvetica Neue"/>
              <a:buNone/>
            </a:pPr>
            <a:r>
              <a:rPr lang="en-US" sz="8500" b="1" i="0" u="none" strike="noStrike" cap="none" dirty="0">
                <a:solidFill>
                  <a:srgbClr val="000000"/>
                </a:solidFill>
                <a:latin typeface="Helvetica Neue"/>
                <a:ea typeface="Helvetica Neue"/>
                <a:cs typeface="Helvetica Neue"/>
                <a:sym typeface="Helvetica Neue"/>
              </a:rPr>
              <a:t> </a:t>
            </a:r>
            <a:r>
              <a:rPr lang="en-US" sz="4400" b="1" i="0" u="none" strike="noStrike" cap="none" dirty="0">
                <a:solidFill>
                  <a:srgbClr val="000000"/>
                </a:solidFill>
                <a:latin typeface="Times New Roman" panose="02020603050405020304" pitchFamily="18" charset="0"/>
                <a:cs typeface="Times New Roman" panose="02020603050405020304" pitchFamily="18" charset="0"/>
                <a:sym typeface="Helvetica Neue"/>
              </a:rPr>
              <a:t>Objectives</a:t>
            </a:r>
            <a:endParaRPr sz="4400" dirty="0">
              <a:latin typeface="Times New Roman" panose="02020603050405020304" pitchFamily="18" charset="0"/>
              <a:cs typeface="Times New Roman" panose="02020603050405020304" pitchFamily="18" charset="0"/>
            </a:endParaRPr>
          </a:p>
        </p:txBody>
      </p:sp>
      <p:sp>
        <p:nvSpPr>
          <p:cNvPr id="115" name="Google Shape;115;g36bc379c7b1_0_572"/>
          <p:cNvSpPr txBox="1">
            <a:spLocks noGrp="1"/>
          </p:cNvSpPr>
          <p:nvPr>
            <p:ph type="body" idx="2"/>
          </p:nvPr>
        </p:nvSpPr>
        <p:spPr>
          <a:xfrm>
            <a:off x="1262006" y="2778073"/>
            <a:ext cx="21971100" cy="9547944"/>
          </a:xfrm>
          <a:prstGeom prst="rect">
            <a:avLst/>
          </a:prstGeom>
          <a:noFill/>
          <a:ln>
            <a:noFill/>
          </a:ln>
        </p:spPr>
        <p:txBody>
          <a:bodyPr spcFirstLastPara="1" wrap="square" lIns="50800" tIns="50800" rIns="50800" bIns="50800" anchor="t" anchorCtr="0">
            <a:normAutofit/>
          </a:bodyPr>
          <a:lstStyle/>
          <a:p>
            <a:pPr>
              <a:lnSpc>
                <a:spcPct val="150000"/>
              </a:lnSpc>
            </a:pPr>
            <a:r>
              <a:rPr lang="en-IN" sz="4000" dirty="0">
                <a:latin typeface="Times New Roman" panose="02020603050405020304" pitchFamily="18" charset="0"/>
                <a:cs typeface="Times New Roman" panose="02020603050405020304" pitchFamily="18" charset="0"/>
              </a:rPr>
              <a:t>To design and implement a robust Random Forest Regression model capable of accurately predicting Customer Lifetime Value (CLV) by </a:t>
            </a:r>
            <a:r>
              <a:rPr lang="en-IN" sz="4000" dirty="0" err="1">
                <a:latin typeface="Times New Roman" panose="02020603050405020304" pitchFamily="18" charset="0"/>
                <a:cs typeface="Times New Roman" panose="02020603050405020304" pitchFamily="18" charset="0"/>
              </a:rPr>
              <a:t>analyzing</a:t>
            </a:r>
            <a:r>
              <a:rPr lang="en-IN" sz="4000" dirty="0">
                <a:latin typeface="Times New Roman" panose="02020603050405020304" pitchFamily="18" charset="0"/>
                <a:cs typeface="Times New Roman" panose="02020603050405020304" pitchFamily="18" charset="0"/>
              </a:rPr>
              <a:t> customer demographics, purchasing </a:t>
            </a:r>
            <a:r>
              <a:rPr lang="en-IN" sz="4000" dirty="0" err="1">
                <a:latin typeface="Times New Roman" panose="02020603050405020304" pitchFamily="18" charset="0"/>
                <a:cs typeface="Times New Roman" panose="02020603050405020304" pitchFamily="18" charset="0"/>
              </a:rPr>
              <a:t>behavior</a:t>
            </a:r>
            <a:r>
              <a:rPr lang="en-IN" sz="4000" dirty="0">
                <a:latin typeface="Times New Roman" panose="02020603050405020304" pitchFamily="18" charset="0"/>
                <a:cs typeface="Times New Roman" panose="02020603050405020304" pitchFamily="18" charset="0"/>
              </a:rPr>
              <a:t>, and transaction history, enabling precise long-term revenue forecasting and strategic business planning. </a:t>
            </a:r>
          </a:p>
          <a:p>
            <a:pPr>
              <a:lnSpc>
                <a:spcPct val="150000"/>
              </a:lnSpc>
            </a:pPr>
            <a:r>
              <a:rPr lang="en-IN" sz="4000" dirty="0">
                <a:latin typeface="Times New Roman" panose="02020603050405020304" pitchFamily="18" charset="0"/>
                <a:cs typeface="Times New Roman" panose="02020603050405020304" pitchFamily="18" charset="0"/>
              </a:rPr>
              <a:t>To develop an intelligent customer segmentation and recommendation system that classifies customers into Gold, Silver, and Bronze categories, delivers personalized retention strategies, optimizes marketing resource allocation, increases customer loyalty, and maximizes overall business growth and profitability through data-driven decision-making. </a:t>
            </a:r>
          </a:p>
        </p:txBody>
      </p:sp>
      <p:sp>
        <p:nvSpPr>
          <p:cNvPr id="116" name="Google Shape;116;g36bc379c7b1_0_572"/>
          <p:cNvSpPr txBox="1">
            <a:spLocks noGrp="1"/>
          </p:cNvSpPr>
          <p:nvPr>
            <p:ph type="sldNum" idx="12"/>
          </p:nvPr>
        </p:nvSpPr>
        <p:spPr>
          <a:xfrm>
            <a:off x="12065050" y="13080999"/>
            <a:ext cx="2415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g36bc379c7b1_0_578"/>
          <p:cNvSpPr txBox="1">
            <a:spLocks noGrp="1"/>
          </p:cNvSpPr>
          <p:nvPr>
            <p:ph type="title"/>
          </p:nvPr>
        </p:nvSpPr>
        <p:spPr>
          <a:xfrm>
            <a:off x="1206500" y="1079500"/>
            <a:ext cx="21971100" cy="1433100"/>
          </a:xfrm>
          <a:prstGeom prst="rect">
            <a:avLst/>
          </a:prstGeom>
          <a:noFill/>
          <a:ln>
            <a:noFill/>
          </a:ln>
        </p:spPr>
        <p:txBody>
          <a:bodyPr spcFirstLastPara="1" wrap="square" lIns="50800" tIns="50800" rIns="50800" bIns="50800" anchor="t" anchorCtr="0">
            <a:normAutofit/>
          </a:bodyPr>
          <a:lstStyle/>
          <a:p>
            <a:pPr marL="0" lvl="0" indent="0" algn="l" rtl="0">
              <a:lnSpc>
                <a:spcPct val="80000"/>
              </a:lnSpc>
              <a:spcBef>
                <a:spcPts val="0"/>
              </a:spcBef>
              <a:spcAft>
                <a:spcPts val="0"/>
              </a:spcAft>
              <a:buClr>
                <a:srgbClr val="000000"/>
              </a:buClr>
              <a:buSzPts val="8500"/>
              <a:buFont typeface="Helvetica Neue"/>
              <a:buNone/>
            </a:pPr>
            <a:r>
              <a:rPr lang="en-US" sz="4400" b="1" i="0" u="none" strike="noStrike" cap="none" dirty="0">
                <a:solidFill>
                  <a:srgbClr val="000000"/>
                </a:solidFill>
                <a:latin typeface="Times New Roman" panose="02020603050405020304" pitchFamily="18" charset="0"/>
                <a:cs typeface="Times New Roman" panose="02020603050405020304" pitchFamily="18" charset="0"/>
                <a:sym typeface="Helvetica Neue"/>
              </a:rPr>
              <a:t>System Architecture / Workflow</a:t>
            </a:r>
            <a:endParaRPr sz="4400" dirty="0">
              <a:latin typeface="Times New Roman" panose="02020603050405020304" pitchFamily="18" charset="0"/>
              <a:cs typeface="Times New Roman" panose="02020603050405020304" pitchFamily="18" charset="0"/>
            </a:endParaRPr>
          </a:p>
        </p:txBody>
      </p:sp>
      <p:sp>
        <p:nvSpPr>
          <p:cNvPr id="123" name="Google Shape;123;g36bc379c7b1_0_578"/>
          <p:cNvSpPr txBox="1">
            <a:spLocks noGrp="1"/>
          </p:cNvSpPr>
          <p:nvPr>
            <p:ph type="sldNum" idx="12"/>
          </p:nvPr>
        </p:nvSpPr>
        <p:spPr>
          <a:xfrm>
            <a:off x="12065050" y="13080999"/>
            <a:ext cx="2415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5</a:t>
            </a:fld>
            <a:endParaRPr/>
          </a:p>
        </p:txBody>
      </p:sp>
      <p:pic>
        <p:nvPicPr>
          <p:cNvPr id="3" name="Picture 2">
            <a:extLst>
              <a:ext uri="{FF2B5EF4-FFF2-40B4-BE49-F238E27FC236}">
                <a16:creationId xmlns:a16="http://schemas.microsoft.com/office/drawing/2014/main" id="{056C2D3D-9F51-1082-D6FD-6D8678E437FB}"/>
              </a:ext>
            </a:extLst>
          </p:cNvPr>
          <p:cNvPicPr>
            <a:picLocks noChangeAspect="1"/>
          </p:cNvPicPr>
          <p:nvPr/>
        </p:nvPicPr>
        <p:blipFill>
          <a:blip r:embed="rId3"/>
          <a:stretch>
            <a:fillRect/>
          </a:stretch>
        </p:blipFill>
        <p:spPr>
          <a:xfrm>
            <a:off x="1549350" y="2168244"/>
            <a:ext cx="20927192" cy="1046825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g36bc379c7b1_0_584"/>
          <p:cNvSpPr txBox="1">
            <a:spLocks noGrp="1"/>
          </p:cNvSpPr>
          <p:nvPr>
            <p:ph type="title"/>
          </p:nvPr>
        </p:nvSpPr>
        <p:spPr>
          <a:xfrm>
            <a:off x="1206500" y="1610446"/>
            <a:ext cx="21971100" cy="1433100"/>
          </a:xfrm>
          <a:prstGeom prst="rect">
            <a:avLst/>
          </a:prstGeom>
          <a:noFill/>
          <a:ln>
            <a:noFill/>
          </a:ln>
        </p:spPr>
        <p:txBody>
          <a:bodyPr spcFirstLastPara="1" wrap="square" lIns="50800" tIns="50800" rIns="50800" bIns="50800" anchor="t" anchorCtr="0">
            <a:normAutofit/>
          </a:bodyPr>
          <a:lstStyle/>
          <a:p>
            <a:pPr marL="0" lvl="0" indent="0" algn="l" rtl="0">
              <a:lnSpc>
                <a:spcPct val="80000"/>
              </a:lnSpc>
              <a:spcBef>
                <a:spcPts val="0"/>
              </a:spcBef>
              <a:spcAft>
                <a:spcPts val="0"/>
              </a:spcAft>
              <a:buClr>
                <a:srgbClr val="000000"/>
              </a:buClr>
              <a:buSzPts val="8500"/>
              <a:buFont typeface="Helvetica Neue"/>
              <a:buNone/>
            </a:pPr>
            <a:r>
              <a:rPr lang="en-US" sz="4400" b="1" i="0" u="none" strike="noStrike" cap="none" dirty="0">
                <a:solidFill>
                  <a:srgbClr val="000000"/>
                </a:solidFill>
                <a:latin typeface="Times New Roman" panose="02020603050405020304" pitchFamily="18" charset="0"/>
                <a:cs typeface="Times New Roman" panose="02020603050405020304" pitchFamily="18" charset="0"/>
                <a:sym typeface="Helvetica Neue"/>
              </a:rPr>
              <a:t>Module 1: </a:t>
            </a:r>
            <a:r>
              <a:rPr lang="en-US" sz="4400" dirty="0">
                <a:latin typeface="Times New Roman" panose="02020603050405020304" pitchFamily="18" charset="0"/>
                <a:cs typeface="Times New Roman" panose="02020603050405020304" pitchFamily="18" charset="0"/>
              </a:rPr>
              <a:t>Customer Data Collection and integration </a:t>
            </a:r>
            <a:endParaRPr sz="4400" dirty="0">
              <a:latin typeface="Times New Roman" panose="02020603050405020304" pitchFamily="18" charset="0"/>
              <a:cs typeface="Times New Roman" panose="02020603050405020304" pitchFamily="18" charset="0"/>
            </a:endParaRPr>
          </a:p>
        </p:txBody>
      </p:sp>
      <p:sp>
        <p:nvSpPr>
          <p:cNvPr id="129" name="Google Shape;129;g36bc379c7b1_0_584"/>
          <p:cNvSpPr txBox="1">
            <a:spLocks noGrp="1"/>
          </p:cNvSpPr>
          <p:nvPr>
            <p:ph type="body" idx="2"/>
          </p:nvPr>
        </p:nvSpPr>
        <p:spPr>
          <a:xfrm>
            <a:off x="1079500" y="2209007"/>
            <a:ext cx="21971100" cy="11664749"/>
          </a:xfrm>
          <a:prstGeom prst="rect">
            <a:avLst/>
          </a:prstGeom>
          <a:noFill/>
          <a:ln>
            <a:noFill/>
          </a:ln>
        </p:spPr>
        <p:txBody>
          <a:bodyPr spcFirstLastPara="1" wrap="square" lIns="50800" tIns="50800" rIns="50800" bIns="50800" anchor="t" anchorCtr="0">
            <a:normAutofit/>
          </a:bodyPr>
          <a:lstStyle/>
          <a:p>
            <a:pPr>
              <a:lnSpc>
                <a:spcPct val="150000"/>
              </a:lnSpc>
            </a:pPr>
            <a:r>
              <a:rPr lang="en-IN" sz="4000" dirty="0">
                <a:latin typeface="Times New Roman" panose="02020603050405020304" pitchFamily="18" charset="0"/>
                <a:cs typeface="Times New Roman" panose="02020603050405020304" pitchFamily="18" charset="0"/>
              </a:rPr>
              <a:t>This module focuses on collecting customer information from the </a:t>
            </a:r>
            <a:r>
              <a:rPr lang="en-IN" sz="4000" b="1" dirty="0">
                <a:latin typeface="Times New Roman" panose="02020603050405020304" pitchFamily="18" charset="0"/>
                <a:cs typeface="Times New Roman" panose="02020603050405020304" pitchFamily="18" charset="0"/>
              </a:rPr>
              <a:t>Kaggle dataset</a:t>
            </a:r>
            <a:r>
              <a:rPr lang="en-IN" sz="4000" dirty="0">
                <a:latin typeface="Times New Roman" panose="02020603050405020304" pitchFamily="18" charset="0"/>
                <a:cs typeface="Times New Roman" panose="02020603050405020304" pitchFamily="18" charset="0"/>
              </a:rPr>
              <a:t> and integrating it into a unified, structured format. The input includes customer details such as </a:t>
            </a:r>
            <a:r>
              <a:rPr lang="en-IN" sz="4000" b="1" dirty="0">
                <a:latin typeface="Times New Roman" panose="02020603050405020304" pitchFamily="18" charset="0"/>
                <a:cs typeface="Times New Roman" panose="02020603050405020304" pitchFamily="18" charset="0"/>
              </a:rPr>
              <a:t>Customer ID, Age, Gender, Purchase Frequency, Total Purchase Amount, Average Order Value, Recency, and Total Revenue</a:t>
            </a:r>
            <a:r>
              <a:rPr lang="en-IN" sz="4000" dirty="0">
                <a:latin typeface="Times New Roman" panose="02020603050405020304" pitchFamily="18" charset="0"/>
                <a:cs typeface="Times New Roman" panose="02020603050405020304" pitchFamily="18" charset="0"/>
              </a:rPr>
              <a:t>. These attributes provide the foundation for </a:t>
            </a:r>
            <a:r>
              <a:rPr lang="en-IN" sz="4000" dirty="0" err="1">
                <a:latin typeface="Times New Roman" panose="02020603050405020304" pitchFamily="18" charset="0"/>
                <a:cs typeface="Times New Roman" panose="02020603050405020304" pitchFamily="18" charset="0"/>
              </a:rPr>
              <a:t>analyzing</a:t>
            </a:r>
            <a:r>
              <a:rPr lang="en-IN" sz="4000" dirty="0">
                <a:latin typeface="Times New Roman" panose="02020603050405020304" pitchFamily="18" charset="0"/>
                <a:cs typeface="Times New Roman" panose="02020603050405020304" pitchFamily="18" charset="0"/>
              </a:rPr>
              <a:t> customer </a:t>
            </a:r>
            <a:r>
              <a:rPr lang="en-IN" sz="4000" dirty="0" err="1">
                <a:latin typeface="Times New Roman" panose="02020603050405020304" pitchFamily="18" charset="0"/>
                <a:cs typeface="Times New Roman" panose="02020603050405020304" pitchFamily="18" charset="0"/>
              </a:rPr>
              <a:t>behavior</a:t>
            </a:r>
            <a:r>
              <a:rPr lang="en-IN" sz="4000" dirty="0">
                <a:latin typeface="Times New Roman" panose="02020603050405020304" pitchFamily="18" charset="0"/>
                <a:cs typeface="Times New Roman" panose="02020603050405020304" pitchFamily="18" charset="0"/>
              </a:rPr>
              <a:t> and predicting Customer Lifetime Value (CLV).</a:t>
            </a:r>
          </a:p>
          <a:p>
            <a:pPr>
              <a:lnSpc>
                <a:spcPct val="150000"/>
              </a:lnSpc>
            </a:pPr>
            <a:r>
              <a:rPr lang="en-IN" sz="4000" dirty="0">
                <a:latin typeface="Times New Roman" panose="02020603050405020304" pitchFamily="18" charset="0"/>
                <a:cs typeface="Times New Roman" panose="02020603050405020304" pitchFamily="18" charset="0"/>
              </a:rPr>
              <a:t>The output of this module is a complete and well-organized customer dataset that is ready for the </a:t>
            </a:r>
            <a:r>
              <a:rPr lang="en-IN" sz="4000" b="1" dirty="0">
                <a:latin typeface="Times New Roman" panose="02020603050405020304" pitchFamily="18" charset="0"/>
                <a:cs typeface="Times New Roman" panose="02020603050405020304" pitchFamily="18" charset="0"/>
              </a:rPr>
              <a:t>Data Preprocessing and Feature Engineering</a:t>
            </a:r>
            <a:r>
              <a:rPr lang="en-IN" sz="4000" dirty="0">
                <a:latin typeface="Times New Roman" panose="02020603050405020304" pitchFamily="18" charset="0"/>
                <a:cs typeface="Times New Roman" panose="02020603050405020304" pitchFamily="18" charset="0"/>
              </a:rPr>
              <a:t> stage. By ensuring data consistency and proper integration, this module establishes a reliable foundation for accurate machine learning model training, customer segmentation, and business recommendation generation.</a:t>
            </a:r>
          </a:p>
        </p:txBody>
      </p:sp>
      <p:sp>
        <p:nvSpPr>
          <p:cNvPr id="130" name="Google Shape;130;g36bc379c7b1_0_584"/>
          <p:cNvSpPr txBox="1">
            <a:spLocks noGrp="1"/>
          </p:cNvSpPr>
          <p:nvPr>
            <p:ph type="sldNum" idx="12"/>
          </p:nvPr>
        </p:nvSpPr>
        <p:spPr>
          <a:xfrm>
            <a:off x="12065050" y="13080999"/>
            <a:ext cx="2415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36bc379c7b1_0_602"/>
          <p:cNvSpPr txBox="1">
            <a:spLocks noGrp="1"/>
          </p:cNvSpPr>
          <p:nvPr>
            <p:ph type="title"/>
          </p:nvPr>
        </p:nvSpPr>
        <p:spPr>
          <a:xfrm>
            <a:off x="1206500" y="1079500"/>
            <a:ext cx="21971100" cy="1433100"/>
          </a:xfrm>
          <a:prstGeom prst="rect">
            <a:avLst/>
          </a:prstGeom>
          <a:noFill/>
          <a:ln>
            <a:noFill/>
          </a:ln>
        </p:spPr>
        <p:txBody>
          <a:bodyPr spcFirstLastPara="1" wrap="square" lIns="50800" tIns="50800" rIns="50800" bIns="50800" anchor="t" anchorCtr="0">
            <a:normAutofit/>
          </a:bodyPr>
          <a:lstStyle/>
          <a:p>
            <a:pPr marL="0" lvl="0" indent="0" algn="l" rtl="0">
              <a:lnSpc>
                <a:spcPct val="80000"/>
              </a:lnSpc>
              <a:spcBef>
                <a:spcPts val="0"/>
              </a:spcBef>
              <a:spcAft>
                <a:spcPts val="0"/>
              </a:spcAft>
              <a:buClr>
                <a:srgbClr val="000000"/>
              </a:buClr>
              <a:buSzPts val="8500"/>
              <a:buFont typeface="Helvetica Neue"/>
              <a:buNone/>
            </a:pPr>
            <a:r>
              <a:rPr lang="en-US" sz="4400" b="1" i="0" u="none" strike="noStrike" cap="none" dirty="0">
                <a:solidFill>
                  <a:srgbClr val="000000"/>
                </a:solidFill>
                <a:latin typeface="Times New Roman" panose="02020603050405020304" pitchFamily="18" charset="0"/>
                <a:cs typeface="Times New Roman" panose="02020603050405020304" pitchFamily="18" charset="0"/>
                <a:sym typeface="Helvetica Neue"/>
              </a:rPr>
              <a:t>Module 2: </a:t>
            </a:r>
            <a:r>
              <a:rPr lang="en-US" sz="4400" dirty="0">
                <a:latin typeface="Times New Roman" panose="02020603050405020304" pitchFamily="18" charset="0"/>
                <a:cs typeface="Times New Roman" panose="02020603050405020304" pitchFamily="18" charset="0"/>
              </a:rPr>
              <a:t>Data Preprocessing and Feature Engineering</a:t>
            </a:r>
            <a:endParaRPr sz="4400" dirty="0">
              <a:latin typeface="Times New Roman" panose="02020603050405020304" pitchFamily="18" charset="0"/>
              <a:cs typeface="Times New Roman" panose="02020603050405020304" pitchFamily="18" charset="0"/>
            </a:endParaRPr>
          </a:p>
        </p:txBody>
      </p:sp>
      <p:sp>
        <p:nvSpPr>
          <p:cNvPr id="150" name="Google Shape;150;g36bc379c7b1_0_602"/>
          <p:cNvSpPr txBox="1">
            <a:spLocks noGrp="1"/>
          </p:cNvSpPr>
          <p:nvPr>
            <p:ph type="body" idx="2"/>
          </p:nvPr>
        </p:nvSpPr>
        <p:spPr>
          <a:xfrm>
            <a:off x="1321000" y="2073402"/>
            <a:ext cx="21971100" cy="10563098"/>
          </a:xfrm>
          <a:prstGeom prst="rect">
            <a:avLst/>
          </a:prstGeom>
          <a:noFill/>
          <a:ln>
            <a:noFill/>
          </a:ln>
        </p:spPr>
        <p:txBody>
          <a:bodyPr spcFirstLastPara="1" wrap="square" lIns="50800" tIns="50800" rIns="50800" bIns="50800" anchor="t" anchorCtr="0">
            <a:normAutofit/>
          </a:bodyPr>
          <a:lstStyle/>
          <a:p>
            <a:pPr>
              <a:lnSpc>
                <a:spcPct val="150000"/>
              </a:lnSpc>
            </a:pPr>
            <a:r>
              <a:rPr lang="en-IN" sz="4000" dirty="0">
                <a:latin typeface="Times New Roman" panose="02020603050405020304" pitchFamily="18" charset="0"/>
                <a:cs typeface="Times New Roman" panose="02020603050405020304" pitchFamily="18" charset="0"/>
              </a:rPr>
              <a:t>This module prepares the integrated customer dataset for machine learning by cleaning and transforming the data into a suitable format. The input is the structured dataset generated from Module 1, containing customer attributes such as </a:t>
            </a:r>
            <a:r>
              <a:rPr lang="en-IN" sz="4000" b="1" dirty="0">
                <a:latin typeface="Times New Roman" panose="02020603050405020304" pitchFamily="18" charset="0"/>
                <a:cs typeface="Times New Roman" panose="02020603050405020304" pitchFamily="18" charset="0"/>
              </a:rPr>
              <a:t>Age, Gender, Purchase Frequency, Total Purchase Amount, Average Order Value, Recency, and Total Revenue</a:t>
            </a:r>
            <a:r>
              <a:rPr lang="en-IN" sz="4000" dirty="0">
                <a:latin typeface="Times New Roman" panose="02020603050405020304" pitchFamily="18" charset="0"/>
                <a:cs typeface="Times New Roman" panose="02020603050405020304" pitchFamily="18" charset="0"/>
              </a:rPr>
              <a:t>. Data preprocessing techniques including </a:t>
            </a:r>
            <a:r>
              <a:rPr lang="en-IN" sz="4000" b="1" dirty="0">
                <a:latin typeface="Times New Roman" panose="02020603050405020304" pitchFamily="18" charset="0"/>
                <a:cs typeface="Times New Roman" panose="02020603050405020304" pitchFamily="18" charset="0"/>
              </a:rPr>
              <a:t>missing value handling, duplicate removal, categorical encoding, feature scaling, and feature engineering</a:t>
            </a:r>
            <a:r>
              <a:rPr lang="en-IN" sz="4000" dirty="0">
                <a:latin typeface="Times New Roman" panose="02020603050405020304" pitchFamily="18" charset="0"/>
                <a:cs typeface="Times New Roman" panose="02020603050405020304" pitchFamily="18" charset="0"/>
              </a:rPr>
              <a:t> are applied to improve data quality and model performance.</a:t>
            </a:r>
          </a:p>
          <a:p>
            <a:pPr>
              <a:lnSpc>
                <a:spcPct val="150000"/>
              </a:lnSpc>
            </a:pPr>
            <a:r>
              <a:rPr lang="en-IN" sz="4000" dirty="0">
                <a:latin typeface="Times New Roman" panose="02020603050405020304" pitchFamily="18" charset="0"/>
                <a:cs typeface="Times New Roman" panose="02020603050405020304" pitchFamily="18" charset="0"/>
              </a:rPr>
              <a:t>The output of this module is a </a:t>
            </a:r>
            <a:r>
              <a:rPr lang="en-IN" sz="4000" b="1" dirty="0">
                <a:latin typeface="Times New Roman" panose="02020603050405020304" pitchFamily="18" charset="0"/>
                <a:cs typeface="Times New Roman" panose="02020603050405020304" pitchFamily="18" charset="0"/>
              </a:rPr>
              <a:t>clean, normalized, and feature-enhanced dataset</a:t>
            </a:r>
            <a:r>
              <a:rPr lang="en-IN" sz="4000" dirty="0">
                <a:latin typeface="Times New Roman" panose="02020603050405020304" pitchFamily="18" charset="0"/>
                <a:cs typeface="Times New Roman" panose="02020603050405020304" pitchFamily="18" charset="0"/>
              </a:rPr>
              <a:t> that is ready for </a:t>
            </a:r>
            <a:r>
              <a:rPr lang="en-IN" sz="4000" b="1" dirty="0">
                <a:latin typeface="Times New Roman" panose="02020603050405020304" pitchFamily="18" charset="0"/>
                <a:cs typeface="Times New Roman" panose="02020603050405020304" pitchFamily="18" charset="0"/>
              </a:rPr>
              <a:t>Exploratory Data Analysis (EDA)</a:t>
            </a:r>
            <a:r>
              <a:rPr lang="en-IN" sz="4000" dirty="0">
                <a:latin typeface="Times New Roman" panose="02020603050405020304" pitchFamily="18" charset="0"/>
                <a:cs typeface="Times New Roman" panose="02020603050405020304" pitchFamily="18" charset="0"/>
              </a:rPr>
              <a:t> and feature selection. By eliminating inconsistencies and creating meaningful features, this module improves the accuracy, reliability, and efficiency of the Random Forest Regression model used for Customer Lifetime Value prediction.</a:t>
            </a:r>
          </a:p>
        </p:txBody>
      </p:sp>
      <p:sp>
        <p:nvSpPr>
          <p:cNvPr id="151" name="Google Shape;151;g36bc379c7b1_0_602"/>
          <p:cNvSpPr txBox="1">
            <a:spLocks noGrp="1"/>
          </p:cNvSpPr>
          <p:nvPr>
            <p:ph type="sldNum" idx="12"/>
          </p:nvPr>
        </p:nvSpPr>
        <p:spPr>
          <a:xfrm>
            <a:off x="12065050" y="13080999"/>
            <a:ext cx="2415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6bc379c7b1_0_608"/>
          <p:cNvSpPr txBox="1">
            <a:spLocks noGrp="1"/>
          </p:cNvSpPr>
          <p:nvPr>
            <p:ph type="title"/>
          </p:nvPr>
        </p:nvSpPr>
        <p:spPr>
          <a:xfrm>
            <a:off x="1200149" y="1451694"/>
            <a:ext cx="21971100" cy="1433100"/>
          </a:xfrm>
          <a:prstGeom prst="rect">
            <a:avLst/>
          </a:prstGeom>
          <a:noFill/>
          <a:ln>
            <a:noFill/>
          </a:ln>
        </p:spPr>
        <p:txBody>
          <a:bodyPr spcFirstLastPara="1" wrap="square" lIns="50800" tIns="50800" rIns="50800" bIns="50800" anchor="t" anchorCtr="0">
            <a:normAutofit/>
          </a:bodyPr>
          <a:lstStyle/>
          <a:p>
            <a:pPr marL="0" lvl="0" indent="0" algn="l" rtl="0">
              <a:lnSpc>
                <a:spcPct val="80000"/>
              </a:lnSpc>
              <a:spcBef>
                <a:spcPts val="0"/>
              </a:spcBef>
              <a:spcAft>
                <a:spcPts val="0"/>
              </a:spcAft>
              <a:buClr>
                <a:srgbClr val="000000"/>
              </a:buClr>
              <a:buSzPts val="8500"/>
              <a:buFont typeface="Helvetica Neue"/>
              <a:buNone/>
            </a:pPr>
            <a:r>
              <a:rPr lang="en-US" sz="4400" b="1" i="0" u="none" strike="noStrike" cap="none" dirty="0">
                <a:solidFill>
                  <a:srgbClr val="000000"/>
                </a:solidFill>
                <a:latin typeface="Times New Roman" panose="02020603050405020304" pitchFamily="18" charset="0"/>
                <a:cs typeface="Times New Roman" panose="02020603050405020304" pitchFamily="18" charset="0"/>
                <a:sym typeface="Helvetica Neue"/>
              </a:rPr>
              <a:t>Module 3:</a:t>
            </a:r>
            <a:r>
              <a:rPr lang="en-US" sz="4400" dirty="0">
                <a:latin typeface="Times New Roman" panose="02020603050405020304" pitchFamily="18" charset="0"/>
                <a:cs typeface="Times New Roman" panose="02020603050405020304" pitchFamily="18" charset="0"/>
              </a:rPr>
              <a:t>Exploratory Data Analysis and Feature Selection</a:t>
            </a:r>
            <a:endParaRPr sz="4400" dirty="0">
              <a:latin typeface="Times New Roman" panose="02020603050405020304" pitchFamily="18" charset="0"/>
              <a:cs typeface="Times New Roman" panose="02020603050405020304" pitchFamily="18" charset="0"/>
            </a:endParaRPr>
          </a:p>
        </p:txBody>
      </p:sp>
      <p:sp>
        <p:nvSpPr>
          <p:cNvPr id="157" name="Google Shape;157;g36bc379c7b1_0_608"/>
          <p:cNvSpPr txBox="1">
            <a:spLocks noGrp="1"/>
          </p:cNvSpPr>
          <p:nvPr>
            <p:ph type="body" idx="2"/>
          </p:nvPr>
        </p:nvSpPr>
        <p:spPr>
          <a:xfrm>
            <a:off x="1015949" y="2884794"/>
            <a:ext cx="21971100" cy="8256000"/>
          </a:xfrm>
          <a:prstGeom prst="rect">
            <a:avLst/>
          </a:prstGeom>
          <a:noFill/>
          <a:ln>
            <a:noFill/>
          </a:ln>
        </p:spPr>
        <p:txBody>
          <a:bodyPr spcFirstLastPara="1" wrap="square" lIns="50800" tIns="50800" rIns="50800" bIns="50800" anchor="t" anchorCtr="0">
            <a:normAutofit/>
          </a:bodyPr>
          <a:lstStyle/>
          <a:p>
            <a:pPr marL="609600" lvl="0" indent="-609600" algn="l" rtl="0">
              <a:lnSpc>
                <a:spcPct val="90000"/>
              </a:lnSpc>
              <a:spcBef>
                <a:spcPts val="0"/>
              </a:spcBef>
              <a:spcAft>
                <a:spcPts val="0"/>
              </a:spcAft>
              <a:buClr>
                <a:srgbClr val="000000"/>
              </a:buClr>
              <a:buSzPts val="5904"/>
              <a:buFont typeface="Helvetica Neue"/>
              <a:buChar char="•"/>
            </a:pPr>
            <a:endParaRPr lang="en-US" sz="4800" b="0" i="0" u="none" strike="noStrike" cap="none" dirty="0">
              <a:solidFill>
                <a:srgbClr val="000000"/>
              </a:solidFill>
              <a:latin typeface="Helvetica Neue"/>
              <a:ea typeface="Helvetica Neue"/>
              <a:cs typeface="Helvetica Neue"/>
              <a:sym typeface="Helvetica Neue"/>
            </a:endParaRPr>
          </a:p>
          <a:p>
            <a:pPr marL="609600" lvl="0" indent="-609600" algn="l" rtl="0">
              <a:lnSpc>
                <a:spcPct val="90000"/>
              </a:lnSpc>
              <a:spcBef>
                <a:spcPts val="0"/>
              </a:spcBef>
              <a:spcAft>
                <a:spcPts val="0"/>
              </a:spcAft>
              <a:buClr>
                <a:srgbClr val="000000"/>
              </a:buClr>
              <a:buSzPts val="5904"/>
              <a:buFont typeface="Helvetica Neue"/>
              <a:buChar char="•"/>
            </a:pPr>
            <a:endParaRPr sz="3200" dirty="0"/>
          </a:p>
        </p:txBody>
      </p:sp>
      <p:sp>
        <p:nvSpPr>
          <p:cNvPr id="158" name="Google Shape;158;g36bc379c7b1_0_608"/>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8</a:t>
            </a:fld>
            <a:endParaRPr/>
          </a:p>
        </p:txBody>
      </p:sp>
      <p:sp>
        <p:nvSpPr>
          <p:cNvPr id="3" name="TextBox 2">
            <a:extLst>
              <a:ext uri="{FF2B5EF4-FFF2-40B4-BE49-F238E27FC236}">
                <a16:creationId xmlns:a16="http://schemas.microsoft.com/office/drawing/2014/main" id="{B8627112-636F-7E6C-63E7-961C19DC5043}"/>
              </a:ext>
            </a:extLst>
          </p:cNvPr>
          <p:cNvSpPr txBox="1"/>
          <p:nvPr/>
        </p:nvSpPr>
        <p:spPr>
          <a:xfrm>
            <a:off x="1015949" y="2884794"/>
            <a:ext cx="22410584" cy="9215023"/>
          </a:xfrm>
          <a:prstGeom prst="rect">
            <a:avLst/>
          </a:prstGeom>
          <a:noFill/>
        </p:spPr>
        <p:txBody>
          <a:bodyPr wrap="square">
            <a:spAutoFit/>
          </a:bodyPr>
          <a:lstStyle/>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This module </a:t>
            </a:r>
            <a:r>
              <a:rPr lang="en-IN" sz="4000" dirty="0" err="1">
                <a:latin typeface="Times New Roman" panose="02020603050405020304" pitchFamily="18" charset="0"/>
                <a:cs typeface="Times New Roman" panose="02020603050405020304" pitchFamily="18" charset="0"/>
              </a:rPr>
              <a:t>analyzes</a:t>
            </a:r>
            <a:r>
              <a:rPr lang="en-IN" sz="4000" dirty="0">
                <a:latin typeface="Times New Roman" panose="02020603050405020304" pitchFamily="18" charset="0"/>
                <a:cs typeface="Times New Roman" panose="02020603050405020304" pitchFamily="18" charset="0"/>
              </a:rPr>
              <a:t> the </a:t>
            </a:r>
            <a:r>
              <a:rPr lang="en-IN" sz="4000" dirty="0" err="1">
                <a:latin typeface="Times New Roman" panose="02020603050405020304" pitchFamily="18" charset="0"/>
                <a:cs typeface="Times New Roman" panose="02020603050405020304" pitchFamily="18" charset="0"/>
              </a:rPr>
              <a:t>preprocessed</a:t>
            </a:r>
            <a:r>
              <a:rPr lang="en-IN" sz="4000" dirty="0">
                <a:latin typeface="Times New Roman" panose="02020603050405020304" pitchFamily="18" charset="0"/>
                <a:cs typeface="Times New Roman" panose="02020603050405020304" pitchFamily="18" charset="0"/>
              </a:rPr>
              <a:t> customer dataset to identify patterns, relationships, and the most influential features affecting </a:t>
            </a:r>
            <a:r>
              <a:rPr lang="en-IN" sz="4000" b="1" dirty="0">
                <a:latin typeface="Times New Roman" panose="02020603050405020304" pitchFamily="18" charset="0"/>
                <a:cs typeface="Times New Roman" panose="02020603050405020304" pitchFamily="18" charset="0"/>
              </a:rPr>
              <a:t>Customer Lifetime Value (CLV)</a:t>
            </a:r>
            <a:r>
              <a:rPr lang="en-IN" sz="4000" dirty="0">
                <a:latin typeface="Times New Roman" panose="02020603050405020304" pitchFamily="18" charset="0"/>
                <a:cs typeface="Times New Roman" panose="02020603050405020304" pitchFamily="18" charset="0"/>
              </a:rPr>
              <a:t>. The input is the cleaned and feature-engineered dataset from Module 2. Various </a:t>
            </a:r>
            <a:r>
              <a:rPr lang="en-IN" sz="4000" b="1" dirty="0">
                <a:latin typeface="Times New Roman" panose="02020603050405020304" pitchFamily="18" charset="0"/>
                <a:cs typeface="Times New Roman" panose="02020603050405020304" pitchFamily="18" charset="0"/>
              </a:rPr>
              <a:t>EDA techniques</a:t>
            </a:r>
            <a:r>
              <a:rPr lang="en-IN" sz="4000" dirty="0">
                <a:latin typeface="Times New Roman" panose="02020603050405020304" pitchFamily="18" charset="0"/>
                <a:cs typeface="Times New Roman" panose="02020603050405020304" pitchFamily="18" charset="0"/>
              </a:rPr>
              <a:t> such as data visualization, correlation analysis, distribution analysis, and feature importance evaluation are performed to understand customer </a:t>
            </a:r>
            <a:r>
              <a:rPr lang="en-IN" sz="4000" dirty="0" err="1">
                <a:latin typeface="Times New Roman" panose="02020603050405020304" pitchFamily="18" charset="0"/>
                <a:cs typeface="Times New Roman" panose="02020603050405020304" pitchFamily="18" charset="0"/>
              </a:rPr>
              <a:t>behavior</a:t>
            </a:r>
            <a:r>
              <a:rPr lang="en-IN" sz="4000" dirty="0">
                <a:latin typeface="Times New Roman" panose="02020603050405020304" pitchFamily="18" charset="0"/>
                <a:cs typeface="Times New Roman" panose="02020603050405020304" pitchFamily="18" charset="0"/>
              </a:rPr>
              <a:t> and select the most relevant attributes for model training.</a:t>
            </a:r>
          </a:p>
          <a:p>
            <a:pPr>
              <a:lnSpc>
                <a:spcPct val="150000"/>
              </a:lnSpc>
            </a:pPr>
            <a:endParaRPr lang="en-IN" sz="4000" dirty="0">
              <a:latin typeface="Times New Roman" panose="02020603050405020304" pitchFamily="18" charset="0"/>
              <a:cs typeface="Times New Roman" panose="02020603050405020304" pitchFamily="18" charset="0"/>
            </a:endParaRPr>
          </a:p>
          <a:p>
            <a:pPr marL="571500" indent="-571500">
              <a:lnSpc>
                <a:spcPct val="150000"/>
              </a:lnSpc>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The output of this module is an </a:t>
            </a:r>
            <a:r>
              <a:rPr lang="en-IN" sz="4000" b="1" dirty="0">
                <a:latin typeface="Times New Roman" panose="02020603050405020304" pitchFamily="18" charset="0"/>
                <a:cs typeface="Times New Roman" panose="02020603050405020304" pitchFamily="18" charset="0"/>
              </a:rPr>
              <a:t>optimized dataset containing the most significant features</a:t>
            </a:r>
            <a:r>
              <a:rPr lang="en-IN" sz="4000" dirty="0">
                <a:latin typeface="Times New Roman" panose="02020603050405020304" pitchFamily="18" charset="0"/>
                <a:cs typeface="Times New Roman" panose="02020603050405020304" pitchFamily="18" charset="0"/>
              </a:rPr>
              <a:t> for predicting CLV. By removing irrelevant or less important attributes and highlighting meaningful patterns, this module improves the efficiency, accuracy, and predictive performance of the </a:t>
            </a:r>
            <a:r>
              <a:rPr lang="en-IN" sz="4000" b="1" dirty="0">
                <a:latin typeface="Times New Roman" panose="02020603050405020304" pitchFamily="18" charset="0"/>
                <a:cs typeface="Times New Roman" panose="02020603050405020304" pitchFamily="18" charset="0"/>
              </a:rPr>
              <a:t>Random Forest Regression</a:t>
            </a:r>
            <a:r>
              <a:rPr lang="en-IN" sz="4000" dirty="0">
                <a:latin typeface="Times New Roman" panose="02020603050405020304" pitchFamily="18" charset="0"/>
                <a:cs typeface="Times New Roman" panose="02020603050405020304" pitchFamily="18" charset="0"/>
              </a:rPr>
              <a:t> model in the next stage.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g36bc379c7b1_0_614"/>
          <p:cNvSpPr txBox="1">
            <a:spLocks noGrp="1"/>
          </p:cNvSpPr>
          <p:nvPr>
            <p:ph type="title"/>
          </p:nvPr>
        </p:nvSpPr>
        <p:spPr>
          <a:xfrm>
            <a:off x="1206500" y="1229407"/>
            <a:ext cx="21971100" cy="1433100"/>
          </a:xfrm>
          <a:prstGeom prst="rect">
            <a:avLst/>
          </a:prstGeom>
          <a:noFill/>
          <a:ln>
            <a:noFill/>
          </a:ln>
        </p:spPr>
        <p:txBody>
          <a:bodyPr spcFirstLastPara="1" wrap="square" lIns="50800" tIns="50800" rIns="50800" bIns="50800" anchor="t" anchorCtr="0">
            <a:normAutofit/>
          </a:bodyPr>
          <a:lstStyle/>
          <a:p>
            <a:pPr marL="0" lvl="0" indent="0" algn="l" rtl="0">
              <a:lnSpc>
                <a:spcPct val="80000"/>
              </a:lnSpc>
              <a:spcBef>
                <a:spcPts val="0"/>
              </a:spcBef>
              <a:spcAft>
                <a:spcPts val="0"/>
              </a:spcAft>
              <a:buClr>
                <a:srgbClr val="000000"/>
              </a:buClr>
              <a:buSzPts val="8500"/>
              <a:buFont typeface="Helvetica Neue"/>
              <a:buNone/>
            </a:pPr>
            <a:r>
              <a:rPr lang="en-US" sz="4400" b="1" i="0" u="none" strike="noStrike" cap="none" dirty="0">
                <a:solidFill>
                  <a:srgbClr val="000000"/>
                </a:solidFill>
                <a:latin typeface="Times New Roman" panose="02020603050405020304" pitchFamily="18" charset="0"/>
                <a:cs typeface="Times New Roman" panose="02020603050405020304" pitchFamily="18" charset="0"/>
                <a:sym typeface="Helvetica Neue"/>
              </a:rPr>
              <a:t>Module 4: Customer Lifetime value Prediction using Random Forest Regression</a:t>
            </a:r>
            <a:endParaRPr sz="4400" dirty="0">
              <a:latin typeface="Times New Roman" panose="02020603050405020304" pitchFamily="18" charset="0"/>
              <a:cs typeface="Times New Roman" panose="02020603050405020304" pitchFamily="18" charset="0"/>
            </a:endParaRPr>
          </a:p>
        </p:txBody>
      </p:sp>
      <p:sp>
        <p:nvSpPr>
          <p:cNvPr id="164" name="Google Shape;164;g36bc379c7b1_0_614"/>
          <p:cNvSpPr txBox="1">
            <a:spLocks noGrp="1"/>
          </p:cNvSpPr>
          <p:nvPr>
            <p:ph type="body" idx="2"/>
          </p:nvPr>
        </p:nvSpPr>
        <p:spPr>
          <a:xfrm>
            <a:off x="1384349" y="1857466"/>
            <a:ext cx="21971100" cy="10821315"/>
          </a:xfrm>
          <a:prstGeom prst="rect">
            <a:avLst/>
          </a:prstGeom>
          <a:noFill/>
          <a:ln>
            <a:noFill/>
          </a:ln>
        </p:spPr>
        <p:txBody>
          <a:bodyPr spcFirstLastPara="1" wrap="square" lIns="50800" tIns="50800" rIns="50800" bIns="50800" anchor="t" anchorCtr="0">
            <a:normAutofit/>
          </a:bodyPr>
          <a:lstStyle/>
          <a:p>
            <a:pPr>
              <a:lnSpc>
                <a:spcPct val="150000"/>
              </a:lnSpc>
            </a:pPr>
            <a:r>
              <a:rPr lang="en-IN" sz="4000" dirty="0">
                <a:latin typeface="Times New Roman" panose="02020603050405020304" pitchFamily="18" charset="0"/>
                <a:cs typeface="Times New Roman" panose="02020603050405020304" pitchFamily="18" charset="0"/>
              </a:rPr>
              <a:t>This module develops and trains the </a:t>
            </a:r>
            <a:r>
              <a:rPr lang="en-IN" sz="4000" b="1" dirty="0">
                <a:latin typeface="Times New Roman" panose="02020603050405020304" pitchFamily="18" charset="0"/>
                <a:cs typeface="Times New Roman" panose="02020603050405020304" pitchFamily="18" charset="0"/>
              </a:rPr>
              <a:t>Random Forest Regression</a:t>
            </a:r>
            <a:r>
              <a:rPr lang="en-IN" sz="4000" dirty="0">
                <a:latin typeface="Times New Roman" panose="02020603050405020304" pitchFamily="18" charset="0"/>
                <a:cs typeface="Times New Roman" panose="02020603050405020304" pitchFamily="18" charset="0"/>
              </a:rPr>
              <a:t> model to predict </a:t>
            </a:r>
            <a:r>
              <a:rPr lang="en-IN" sz="4000" b="1" dirty="0">
                <a:latin typeface="Times New Roman" panose="02020603050405020304" pitchFamily="18" charset="0"/>
                <a:cs typeface="Times New Roman" panose="02020603050405020304" pitchFamily="18" charset="0"/>
              </a:rPr>
              <a:t>Customer Lifetime Value (CLV)</a:t>
            </a:r>
            <a:r>
              <a:rPr lang="en-IN" sz="4000" dirty="0">
                <a:latin typeface="Times New Roman" panose="02020603050405020304" pitchFamily="18" charset="0"/>
                <a:cs typeface="Times New Roman" panose="02020603050405020304" pitchFamily="18" charset="0"/>
              </a:rPr>
              <a:t> using the optimized dataset obtained from Module 3. The input consists of the selected customer features, including </a:t>
            </a:r>
            <a:r>
              <a:rPr lang="en-IN" sz="4000" b="1" dirty="0">
                <a:latin typeface="Times New Roman" panose="02020603050405020304" pitchFamily="18" charset="0"/>
                <a:cs typeface="Times New Roman" panose="02020603050405020304" pitchFamily="18" charset="0"/>
              </a:rPr>
              <a:t>Age, Gender, Purchase Frequency, Total Purchase Amount, Average Order Value, Recency, and Total Revenue</a:t>
            </a:r>
            <a:r>
              <a:rPr lang="en-IN" sz="4000" dirty="0">
                <a:latin typeface="Times New Roman" panose="02020603050405020304" pitchFamily="18" charset="0"/>
                <a:cs typeface="Times New Roman" panose="02020603050405020304" pitchFamily="18" charset="0"/>
              </a:rPr>
              <a:t>. The model is trained and tested, and its performance is evaluated using </a:t>
            </a:r>
            <a:r>
              <a:rPr lang="en-IN" sz="4000" b="1" dirty="0">
                <a:latin typeface="Times New Roman" panose="02020603050405020304" pitchFamily="18" charset="0"/>
                <a:cs typeface="Times New Roman" panose="02020603050405020304" pitchFamily="18" charset="0"/>
              </a:rPr>
              <a:t>Mean Absolute Error (MAE), Root Mean Squared Error (RMSE), and R² Score</a:t>
            </a:r>
            <a:r>
              <a:rPr lang="en-IN" sz="4000" dirty="0">
                <a:latin typeface="Times New Roman" panose="02020603050405020304" pitchFamily="18" charset="0"/>
                <a:cs typeface="Times New Roman" panose="02020603050405020304" pitchFamily="18" charset="0"/>
              </a:rPr>
              <a:t> to ensure accurate and reliable predictions.</a:t>
            </a:r>
          </a:p>
          <a:p>
            <a:pPr>
              <a:lnSpc>
                <a:spcPct val="150000"/>
              </a:lnSpc>
            </a:pPr>
            <a:r>
              <a:rPr lang="en-IN" sz="4000" dirty="0">
                <a:latin typeface="Times New Roman" panose="02020603050405020304" pitchFamily="18" charset="0"/>
                <a:cs typeface="Times New Roman" panose="02020603050405020304" pitchFamily="18" charset="0"/>
              </a:rPr>
              <a:t>The output of this module is the </a:t>
            </a:r>
            <a:r>
              <a:rPr lang="en-IN" sz="4000" b="1" dirty="0">
                <a:latin typeface="Times New Roman" panose="02020603050405020304" pitchFamily="18" charset="0"/>
                <a:cs typeface="Times New Roman" panose="02020603050405020304" pitchFamily="18" charset="0"/>
              </a:rPr>
              <a:t>predicted Customer Lifetime Value (CLV)</a:t>
            </a:r>
            <a:r>
              <a:rPr lang="en-IN" sz="4000" dirty="0">
                <a:latin typeface="Times New Roman" panose="02020603050405020304" pitchFamily="18" charset="0"/>
                <a:cs typeface="Times New Roman" panose="02020603050405020304" pitchFamily="18" charset="0"/>
              </a:rPr>
              <a:t> for each customer along with a validated machine learning model. These predictions are then forwarded to the </a:t>
            </a:r>
            <a:r>
              <a:rPr lang="en-IN" sz="4000" b="1" dirty="0">
                <a:latin typeface="Times New Roman" panose="02020603050405020304" pitchFamily="18" charset="0"/>
                <a:cs typeface="Times New Roman" panose="02020603050405020304" pitchFamily="18" charset="0"/>
              </a:rPr>
              <a:t>Prediction Dashboard and Business Recommendation System</a:t>
            </a:r>
            <a:r>
              <a:rPr lang="en-IN" sz="4000" dirty="0">
                <a:latin typeface="Times New Roman" panose="02020603050405020304" pitchFamily="18" charset="0"/>
                <a:cs typeface="Times New Roman" panose="02020603050405020304" pitchFamily="18" charset="0"/>
              </a:rPr>
              <a:t>, where customers are segmented into </a:t>
            </a:r>
            <a:r>
              <a:rPr lang="en-IN" sz="4000" b="1" dirty="0">
                <a:latin typeface="Times New Roman" panose="02020603050405020304" pitchFamily="18" charset="0"/>
                <a:cs typeface="Times New Roman" panose="02020603050405020304" pitchFamily="18" charset="0"/>
              </a:rPr>
              <a:t>Gold, Silver, and Bronze</a:t>
            </a:r>
            <a:r>
              <a:rPr lang="en-IN" sz="4000" dirty="0">
                <a:latin typeface="Times New Roman" panose="02020603050405020304" pitchFamily="18" charset="0"/>
                <a:cs typeface="Times New Roman" panose="02020603050405020304" pitchFamily="18" charset="0"/>
              </a:rPr>
              <a:t> categories to support business decision-making and customer retention strategies.</a:t>
            </a:r>
          </a:p>
        </p:txBody>
      </p:sp>
      <p:sp>
        <p:nvSpPr>
          <p:cNvPr id="165" name="Google Shape;165;g36bc379c7b1_0_614"/>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5FCEAD06-3670-C730-AD17-E630B951158A}"/>
            </a:ext>
          </a:extLst>
        </p:cNvPr>
        <p:cNvGrpSpPr/>
        <p:nvPr/>
      </p:nvGrpSpPr>
      <p:grpSpPr>
        <a:xfrm>
          <a:off x="0" y="0"/>
          <a:ext cx="0" cy="0"/>
          <a:chOff x="0" y="0"/>
          <a:chExt cx="0" cy="0"/>
        </a:xfrm>
      </p:grpSpPr>
      <p:sp>
        <p:nvSpPr>
          <p:cNvPr id="163" name="Google Shape;163;g36bc379c7b1_0_614">
            <a:extLst>
              <a:ext uri="{FF2B5EF4-FFF2-40B4-BE49-F238E27FC236}">
                <a16:creationId xmlns:a16="http://schemas.microsoft.com/office/drawing/2014/main" id="{1E2B4018-7E31-D106-D350-79B385665074}"/>
              </a:ext>
            </a:extLst>
          </p:cNvPr>
          <p:cNvSpPr txBox="1">
            <a:spLocks noGrp="1"/>
          </p:cNvSpPr>
          <p:nvPr>
            <p:ph type="title"/>
          </p:nvPr>
        </p:nvSpPr>
        <p:spPr>
          <a:xfrm>
            <a:off x="1206500" y="1435886"/>
            <a:ext cx="21971100" cy="1433100"/>
          </a:xfrm>
          <a:prstGeom prst="rect">
            <a:avLst/>
          </a:prstGeom>
          <a:noFill/>
          <a:ln>
            <a:noFill/>
          </a:ln>
        </p:spPr>
        <p:txBody>
          <a:bodyPr spcFirstLastPara="1" wrap="square" lIns="50800" tIns="50800" rIns="50800" bIns="50800" anchor="t" anchorCtr="0">
            <a:normAutofit/>
          </a:bodyPr>
          <a:lstStyle/>
          <a:p>
            <a:pPr marL="0" lvl="0" indent="0" algn="l" rtl="0">
              <a:lnSpc>
                <a:spcPct val="80000"/>
              </a:lnSpc>
              <a:spcBef>
                <a:spcPts val="0"/>
              </a:spcBef>
              <a:spcAft>
                <a:spcPts val="0"/>
              </a:spcAft>
              <a:buClr>
                <a:srgbClr val="000000"/>
              </a:buClr>
              <a:buSzPts val="8500"/>
              <a:buFont typeface="Helvetica Neue"/>
              <a:buNone/>
            </a:pPr>
            <a:r>
              <a:rPr lang="en-US" sz="4400" b="1" i="0" u="none" strike="noStrike" cap="none" dirty="0">
                <a:solidFill>
                  <a:srgbClr val="000000"/>
                </a:solidFill>
                <a:latin typeface="Times New Roman" panose="02020603050405020304" pitchFamily="18" charset="0"/>
                <a:cs typeface="Times New Roman" panose="02020603050405020304" pitchFamily="18" charset="0"/>
                <a:sym typeface="Helvetica Neue"/>
              </a:rPr>
              <a:t>Module 5: Prediction Dashboard and Business Recommendation System </a:t>
            </a:r>
            <a:endParaRPr sz="4400" dirty="0">
              <a:latin typeface="Times New Roman" panose="02020603050405020304" pitchFamily="18" charset="0"/>
              <a:cs typeface="Times New Roman" panose="02020603050405020304" pitchFamily="18" charset="0"/>
            </a:endParaRPr>
          </a:p>
        </p:txBody>
      </p:sp>
      <p:sp>
        <p:nvSpPr>
          <p:cNvPr id="164" name="Google Shape;164;g36bc379c7b1_0_614">
            <a:extLst>
              <a:ext uri="{FF2B5EF4-FFF2-40B4-BE49-F238E27FC236}">
                <a16:creationId xmlns:a16="http://schemas.microsoft.com/office/drawing/2014/main" id="{65A90920-6F68-EEBA-64FE-F2C91F3117F5}"/>
              </a:ext>
            </a:extLst>
          </p:cNvPr>
          <p:cNvSpPr txBox="1">
            <a:spLocks noGrp="1"/>
          </p:cNvSpPr>
          <p:nvPr>
            <p:ph type="body" idx="2"/>
          </p:nvPr>
        </p:nvSpPr>
        <p:spPr>
          <a:xfrm>
            <a:off x="1384349" y="2259683"/>
            <a:ext cx="21971100" cy="10821315"/>
          </a:xfrm>
          <a:prstGeom prst="rect">
            <a:avLst/>
          </a:prstGeom>
          <a:noFill/>
          <a:ln>
            <a:noFill/>
          </a:ln>
        </p:spPr>
        <p:txBody>
          <a:bodyPr spcFirstLastPara="1" wrap="square" lIns="50800" tIns="50800" rIns="50800" bIns="50800" anchor="t" anchorCtr="0">
            <a:normAutofit/>
          </a:bodyPr>
          <a:lstStyle/>
          <a:p>
            <a:pPr>
              <a:lnSpc>
                <a:spcPct val="150000"/>
              </a:lnSpc>
            </a:pPr>
            <a:r>
              <a:rPr lang="en-IN" sz="4000" dirty="0">
                <a:latin typeface="Times New Roman" panose="02020603050405020304" pitchFamily="18" charset="0"/>
                <a:cs typeface="Times New Roman" panose="02020603050405020304" pitchFamily="18" charset="0"/>
              </a:rPr>
              <a:t>This module presents the predicted </a:t>
            </a:r>
            <a:r>
              <a:rPr lang="en-IN" sz="4000" b="1" dirty="0">
                <a:latin typeface="Times New Roman" panose="02020603050405020304" pitchFamily="18" charset="0"/>
                <a:cs typeface="Times New Roman" panose="02020603050405020304" pitchFamily="18" charset="0"/>
              </a:rPr>
              <a:t>Customer Lifetime Value (CLV)</a:t>
            </a:r>
            <a:r>
              <a:rPr lang="en-IN" sz="4000" dirty="0">
                <a:latin typeface="Times New Roman" panose="02020603050405020304" pitchFamily="18" charset="0"/>
                <a:cs typeface="Times New Roman" panose="02020603050405020304" pitchFamily="18" charset="0"/>
              </a:rPr>
              <a:t> in an interactive dashboard and converts the prediction results into meaningful business insights. The input consists of the predicted CLV values generated by the </a:t>
            </a:r>
            <a:r>
              <a:rPr lang="en-IN" sz="4000" b="1" dirty="0">
                <a:latin typeface="Times New Roman" panose="02020603050405020304" pitchFamily="18" charset="0"/>
                <a:cs typeface="Times New Roman" panose="02020603050405020304" pitchFamily="18" charset="0"/>
              </a:rPr>
              <a:t>Random Forest Regression</a:t>
            </a:r>
            <a:r>
              <a:rPr lang="en-IN" sz="4000" dirty="0">
                <a:latin typeface="Times New Roman" panose="02020603050405020304" pitchFamily="18" charset="0"/>
                <a:cs typeface="Times New Roman" panose="02020603050405020304" pitchFamily="18" charset="0"/>
              </a:rPr>
              <a:t> model. Based on these predictions, customers are classified into </a:t>
            </a:r>
            <a:r>
              <a:rPr lang="en-IN" sz="4000" b="1" dirty="0">
                <a:latin typeface="Times New Roman" panose="02020603050405020304" pitchFamily="18" charset="0"/>
                <a:cs typeface="Times New Roman" panose="02020603050405020304" pitchFamily="18" charset="0"/>
              </a:rPr>
              <a:t>Gold, Silver, and Bronze</a:t>
            </a:r>
            <a:r>
              <a:rPr lang="en-IN" sz="4000" dirty="0">
                <a:latin typeface="Times New Roman" panose="02020603050405020304" pitchFamily="18" charset="0"/>
                <a:cs typeface="Times New Roman" panose="02020603050405020304" pitchFamily="18" charset="0"/>
              </a:rPr>
              <a:t> segments, and key metrics are visualized through charts, graphs, and summary reports to simplify analysis.</a:t>
            </a:r>
          </a:p>
          <a:p>
            <a:pPr>
              <a:lnSpc>
                <a:spcPct val="150000"/>
              </a:lnSpc>
            </a:pPr>
            <a:r>
              <a:rPr lang="en-IN" sz="4000" dirty="0">
                <a:latin typeface="Times New Roman" panose="02020603050405020304" pitchFamily="18" charset="0"/>
                <a:cs typeface="Times New Roman" panose="02020603050405020304" pitchFamily="18" charset="0"/>
              </a:rPr>
              <a:t>The output of this module is a </a:t>
            </a:r>
            <a:r>
              <a:rPr lang="en-IN" sz="4000" b="1" dirty="0">
                <a:latin typeface="Times New Roman" panose="02020603050405020304" pitchFamily="18" charset="0"/>
                <a:cs typeface="Times New Roman" panose="02020603050405020304" pitchFamily="18" charset="0"/>
              </a:rPr>
              <a:t>prediction dashboard</a:t>
            </a:r>
            <a:r>
              <a:rPr lang="en-IN" sz="4000" dirty="0">
                <a:latin typeface="Times New Roman" panose="02020603050405020304" pitchFamily="18" charset="0"/>
                <a:cs typeface="Times New Roman" panose="02020603050405020304" pitchFamily="18" charset="0"/>
              </a:rPr>
              <a:t> displaying CLV results, customer segments, retention insights, and personalized business recommendations. This module enables businesses to identify high-value customers, improve customer retention strategies, optimize marketing campaigns, and make informed, data-driven decisions that enhance long-term profitability and customer satisfaction.</a:t>
            </a:r>
          </a:p>
        </p:txBody>
      </p:sp>
      <p:sp>
        <p:nvSpPr>
          <p:cNvPr id="165" name="Google Shape;165;g36bc379c7b1_0_614">
            <a:extLst>
              <a:ext uri="{FF2B5EF4-FFF2-40B4-BE49-F238E27FC236}">
                <a16:creationId xmlns:a16="http://schemas.microsoft.com/office/drawing/2014/main" id="{A66278F2-3C4C-0345-195C-A0E216CE8055}"/>
              </a:ext>
            </a:extLst>
          </p:cNvPr>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10</a:t>
            </a:fld>
            <a:endParaRPr/>
          </a:p>
        </p:txBody>
      </p:sp>
    </p:spTree>
    <p:extLst>
      <p:ext uri="{BB962C8B-B14F-4D97-AF65-F5344CB8AC3E}">
        <p14:creationId xmlns:p14="http://schemas.microsoft.com/office/powerpoint/2010/main" val="4114387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36bc379c7b1_0_626"/>
          <p:cNvSpPr txBox="1">
            <a:spLocks noGrp="1"/>
          </p:cNvSpPr>
          <p:nvPr>
            <p:ph type="title"/>
          </p:nvPr>
        </p:nvSpPr>
        <p:spPr>
          <a:xfrm>
            <a:off x="1206500" y="1787421"/>
            <a:ext cx="21971100" cy="1433100"/>
          </a:xfrm>
          <a:prstGeom prst="rect">
            <a:avLst/>
          </a:prstGeom>
          <a:noFill/>
          <a:ln>
            <a:noFill/>
          </a:ln>
        </p:spPr>
        <p:txBody>
          <a:bodyPr spcFirstLastPara="1" wrap="square" lIns="50800" tIns="50800" rIns="50800" bIns="50800" anchor="t" anchorCtr="0">
            <a:normAutofit/>
          </a:bodyPr>
          <a:lstStyle/>
          <a:p>
            <a:pPr marL="0" lvl="0" indent="0" algn="l" rtl="0">
              <a:lnSpc>
                <a:spcPct val="80000"/>
              </a:lnSpc>
              <a:spcBef>
                <a:spcPts val="0"/>
              </a:spcBef>
              <a:spcAft>
                <a:spcPts val="0"/>
              </a:spcAft>
              <a:buClr>
                <a:srgbClr val="000000"/>
              </a:buClr>
              <a:buSzPts val="8500"/>
              <a:buFont typeface="Helvetica Neue"/>
              <a:buNone/>
            </a:pPr>
            <a:r>
              <a:rPr lang="en-US" sz="4400" b="1" i="0" u="none" strike="noStrike" cap="none" dirty="0">
                <a:solidFill>
                  <a:srgbClr val="000000"/>
                </a:solidFill>
                <a:latin typeface="Times New Roman" panose="02020603050405020304" pitchFamily="18" charset="0"/>
                <a:cs typeface="Times New Roman" panose="02020603050405020304" pitchFamily="18" charset="0"/>
                <a:sym typeface="Helvetica Neue"/>
              </a:rPr>
              <a:t>Conclusion &amp; Future Work</a:t>
            </a:r>
            <a:endParaRPr sz="4400" dirty="0">
              <a:latin typeface="Times New Roman" panose="02020603050405020304" pitchFamily="18" charset="0"/>
              <a:cs typeface="Times New Roman" panose="02020603050405020304" pitchFamily="18" charset="0"/>
            </a:endParaRPr>
          </a:p>
        </p:txBody>
      </p:sp>
      <p:sp>
        <p:nvSpPr>
          <p:cNvPr id="178" name="Google Shape;178;g36bc379c7b1_0_626"/>
          <p:cNvSpPr txBox="1">
            <a:spLocks noGrp="1"/>
          </p:cNvSpPr>
          <p:nvPr>
            <p:ph type="body" idx="2"/>
          </p:nvPr>
        </p:nvSpPr>
        <p:spPr>
          <a:xfrm>
            <a:off x="1200149" y="3186713"/>
            <a:ext cx="21971100" cy="11284949"/>
          </a:xfrm>
          <a:prstGeom prst="rect">
            <a:avLst/>
          </a:prstGeom>
          <a:noFill/>
          <a:ln>
            <a:noFill/>
          </a:ln>
        </p:spPr>
        <p:txBody>
          <a:bodyPr spcFirstLastPara="1" wrap="square" lIns="50800" tIns="50800" rIns="50800" bIns="50800" anchor="t" anchorCtr="0">
            <a:noAutofit/>
          </a:bodyPr>
          <a:lstStyle/>
          <a:p>
            <a:pPr marL="609600" lvl="0" indent="-609600">
              <a:lnSpc>
                <a:spcPct val="150000"/>
              </a:lnSpc>
              <a:spcBef>
                <a:spcPts val="0"/>
              </a:spcBef>
              <a:buSzPts val="5904"/>
            </a:pPr>
            <a:r>
              <a:rPr lang="en-IN" sz="4000" dirty="0">
                <a:latin typeface="Times New Roman" panose="02020603050405020304" pitchFamily="18" charset="0"/>
                <a:cs typeface="Times New Roman" panose="02020603050405020304" pitchFamily="18" charset="0"/>
              </a:rPr>
              <a:t>This project successfully predicts </a:t>
            </a:r>
            <a:r>
              <a:rPr lang="en-IN" sz="4000" b="1" dirty="0">
                <a:latin typeface="Times New Roman" panose="02020603050405020304" pitchFamily="18" charset="0"/>
                <a:cs typeface="Times New Roman" panose="02020603050405020304" pitchFamily="18" charset="0"/>
              </a:rPr>
              <a:t>Customer Lifetime Value (CLV)</a:t>
            </a:r>
            <a:r>
              <a:rPr lang="en-IN" sz="4000" dirty="0">
                <a:latin typeface="Times New Roman" panose="02020603050405020304" pitchFamily="18" charset="0"/>
                <a:cs typeface="Times New Roman" panose="02020603050405020304" pitchFamily="18" charset="0"/>
              </a:rPr>
              <a:t> using </a:t>
            </a:r>
            <a:r>
              <a:rPr lang="en-IN" sz="4000" b="1" dirty="0">
                <a:latin typeface="Times New Roman" panose="02020603050405020304" pitchFamily="18" charset="0"/>
                <a:cs typeface="Times New Roman" panose="02020603050405020304" pitchFamily="18" charset="0"/>
              </a:rPr>
              <a:t>Random Forest Regression</a:t>
            </a:r>
            <a:r>
              <a:rPr lang="en-IN" sz="4000" dirty="0">
                <a:latin typeface="Times New Roman" panose="02020603050405020304" pitchFamily="18" charset="0"/>
                <a:cs typeface="Times New Roman" panose="02020603050405020304" pitchFamily="18" charset="0"/>
              </a:rPr>
              <a:t> based on customer demographic and purchase data. The system accurately segments customers into </a:t>
            </a:r>
            <a:r>
              <a:rPr lang="en-IN" sz="4000" b="1" dirty="0">
                <a:latin typeface="Times New Roman" panose="02020603050405020304" pitchFamily="18" charset="0"/>
                <a:cs typeface="Times New Roman" panose="02020603050405020304" pitchFamily="18" charset="0"/>
              </a:rPr>
              <a:t>Gold, Silver, and Bronze</a:t>
            </a:r>
            <a:r>
              <a:rPr lang="en-IN" sz="4000" dirty="0">
                <a:latin typeface="Times New Roman" panose="02020603050405020304" pitchFamily="18" charset="0"/>
                <a:cs typeface="Times New Roman" panose="02020603050405020304" pitchFamily="18" charset="0"/>
              </a:rPr>
              <a:t> categories and provides business recommendations, helping organizations improve customer retention and make data-driven decisions.</a:t>
            </a:r>
            <a:br>
              <a:rPr lang="en-IN"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a:p>
            <a:pPr marL="609600" lvl="0" indent="-609600">
              <a:lnSpc>
                <a:spcPct val="150000"/>
              </a:lnSpc>
              <a:spcBef>
                <a:spcPts val="0"/>
              </a:spcBef>
              <a:buSzPts val="5904"/>
            </a:pPr>
            <a:r>
              <a:rPr lang="en-IN" sz="4000" dirty="0">
                <a:latin typeface="Times New Roman" panose="02020603050405020304" pitchFamily="18" charset="0"/>
                <a:cs typeface="Times New Roman" panose="02020603050405020304" pitchFamily="18" charset="0"/>
              </a:rPr>
              <a:t>The system can be enhanced by integrating </a:t>
            </a:r>
            <a:r>
              <a:rPr lang="en-IN" sz="4000" b="1" dirty="0">
                <a:latin typeface="Times New Roman" panose="02020603050405020304" pitchFamily="18" charset="0"/>
                <a:cs typeface="Times New Roman" panose="02020603050405020304" pitchFamily="18" charset="0"/>
              </a:rPr>
              <a:t>real-time customer data</a:t>
            </a:r>
            <a:r>
              <a:rPr lang="en-IN" sz="4000" dirty="0">
                <a:latin typeface="Times New Roman" panose="02020603050405020304" pitchFamily="18" charset="0"/>
                <a:cs typeface="Times New Roman" panose="02020603050405020304" pitchFamily="18" charset="0"/>
              </a:rPr>
              <a:t>, implementing advanced models such as </a:t>
            </a:r>
            <a:r>
              <a:rPr lang="en-IN" sz="4000" b="1" dirty="0" err="1">
                <a:latin typeface="Times New Roman" panose="02020603050405020304" pitchFamily="18" charset="0"/>
                <a:cs typeface="Times New Roman" panose="02020603050405020304" pitchFamily="18" charset="0"/>
              </a:rPr>
              <a:t>XGBoost</a:t>
            </a:r>
            <a:r>
              <a:rPr lang="en-IN" sz="4000" dirty="0">
                <a:latin typeface="Times New Roman" panose="02020603050405020304" pitchFamily="18" charset="0"/>
                <a:cs typeface="Times New Roman" panose="02020603050405020304" pitchFamily="18" charset="0"/>
              </a:rPr>
              <a:t> and </a:t>
            </a:r>
            <a:r>
              <a:rPr lang="en-IN" sz="4000" b="1" dirty="0">
                <a:latin typeface="Times New Roman" panose="02020603050405020304" pitchFamily="18" charset="0"/>
                <a:cs typeface="Times New Roman" panose="02020603050405020304" pitchFamily="18" charset="0"/>
              </a:rPr>
              <a:t>Deep Learning</a:t>
            </a:r>
            <a:r>
              <a:rPr lang="en-IN" sz="4000" dirty="0">
                <a:latin typeface="Times New Roman" panose="02020603050405020304" pitchFamily="18" charset="0"/>
                <a:cs typeface="Times New Roman" panose="02020603050405020304" pitchFamily="18" charset="0"/>
              </a:rPr>
              <a:t>, and adding features like </a:t>
            </a:r>
            <a:r>
              <a:rPr lang="en-IN" sz="4000" b="1" dirty="0">
                <a:latin typeface="Times New Roman" panose="02020603050405020304" pitchFamily="18" charset="0"/>
                <a:cs typeface="Times New Roman" panose="02020603050405020304" pitchFamily="18" charset="0"/>
              </a:rPr>
              <a:t>customer churn prediction</a:t>
            </a:r>
            <a:r>
              <a:rPr lang="en-IN" sz="4000" dirty="0">
                <a:latin typeface="Times New Roman" panose="02020603050405020304" pitchFamily="18" charset="0"/>
                <a:cs typeface="Times New Roman" panose="02020603050405020304" pitchFamily="18" charset="0"/>
              </a:rPr>
              <a:t>, personalized recommendations, and cloud-based deployment for improved scalability and accuracy.</a:t>
            </a:r>
            <a:br>
              <a:rPr lang="en-IN"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179" name="Google Shape;179;g36bc379c7b1_0_626"/>
          <p:cNvSpPr txBox="1">
            <a:spLocks noGrp="1"/>
          </p:cNvSpPr>
          <p:nvPr>
            <p:ph type="sldNum" idx="12"/>
          </p:nvPr>
        </p:nvSpPr>
        <p:spPr>
          <a:xfrm>
            <a:off x="12001499" y="13080999"/>
            <a:ext cx="368400" cy="379800"/>
          </a:xfrm>
          <a:prstGeom prst="rect">
            <a:avLst/>
          </a:prstGeom>
          <a:noFill/>
          <a:ln>
            <a:noFill/>
          </a:ln>
        </p:spPr>
        <p:txBody>
          <a:bodyPr spcFirstLastPara="1" wrap="square" lIns="50800" tIns="50800" rIns="50800" bIns="50800" anchor="b" anchorCtr="0">
            <a:spAutoFit/>
          </a:bodyPr>
          <a:lstStyle/>
          <a:p>
            <a:pPr marL="0" lvl="0" indent="0" algn="ctr" rtl="0">
              <a:spcBef>
                <a:spcPts val="0"/>
              </a:spcBef>
              <a:spcAft>
                <a:spcPts val="0"/>
              </a:spcAft>
              <a:buClr>
                <a:srgbClr val="000000"/>
              </a:buClr>
              <a:buSzPts val="1800"/>
              <a:buFont typeface="Helvetica Neue"/>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36bc379c7b1_10_146"/>
          <p:cNvSpPr txBox="1">
            <a:spLocks noGrp="1"/>
          </p:cNvSpPr>
          <p:nvPr>
            <p:ph type="title"/>
          </p:nvPr>
        </p:nvSpPr>
        <p:spPr>
          <a:xfrm>
            <a:off x="1206500" y="1079500"/>
            <a:ext cx="21971100" cy="1433100"/>
          </a:xfrm>
          <a:prstGeom prst="rect">
            <a:avLst/>
          </a:prstGeom>
        </p:spPr>
        <p:txBody>
          <a:bodyPr spcFirstLastPara="1" wrap="square" lIns="50800" tIns="50800" rIns="50800" bIns="50800" anchor="t" anchorCtr="0">
            <a:normAutofit/>
          </a:bodyPr>
          <a:lstStyle/>
          <a:p>
            <a:pPr marL="0" lvl="0" indent="0" algn="l" rtl="0">
              <a:spcBef>
                <a:spcPts val="0"/>
              </a:spcBef>
              <a:spcAft>
                <a:spcPts val="0"/>
              </a:spcAft>
              <a:buNone/>
            </a:pPr>
            <a:r>
              <a:rPr lang="en-US" sz="4400" dirty="0">
                <a:latin typeface="Times New Roman" panose="02020603050405020304" pitchFamily="18" charset="0"/>
                <a:cs typeface="Times New Roman" panose="02020603050405020304" pitchFamily="18" charset="0"/>
              </a:rPr>
              <a:t>References </a:t>
            </a:r>
            <a:endParaRPr sz="4400" dirty="0">
              <a:latin typeface="Times New Roman" panose="02020603050405020304" pitchFamily="18" charset="0"/>
              <a:cs typeface="Times New Roman" panose="02020603050405020304" pitchFamily="18" charset="0"/>
            </a:endParaRPr>
          </a:p>
        </p:txBody>
      </p:sp>
      <p:sp>
        <p:nvSpPr>
          <p:cNvPr id="185" name="Google Shape;185;g36bc379c7b1_10_146"/>
          <p:cNvSpPr txBox="1">
            <a:spLocks noGrp="1"/>
          </p:cNvSpPr>
          <p:nvPr>
            <p:ph type="body" idx="2"/>
          </p:nvPr>
        </p:nvSpPr>
        <p:spPr>
          <a:xfrm>
            <a:off x="1118009" y="2650519"/>
            <a:ext cx="21971100" cy="8256000"/>
          </a:xfrm>
          <a:prstGeom prst="rect">
            <a:avLst/>
          </a:prstGeom>
        </p:spPr>
        <p:txBody>
          <a:bodyPr spcFirstLastPara="1" wrap="square" lIns="50800" tIns="50800" rIns="50800" bIns="50800" anchor="t" anchorCtr="0">
            <a:normAutofit/>
          </a:bodyPr>
          <a:lstStyle/>
          <a:p>
            <a:r>
              <a:rPr lang="en-IN" sz="4000" dirty="0">
                <a:latin typeface="Times New Roman" panose="02020603050405020304" pitchFamily="18" charset="0"/>
                <a:cs typeface="Times New Roman" panose="02020603050405020304" pitchFamily="18" charset="0"/>
              </a:rPr>
              <a:t>[1] Y. Yan and N. Resnick, “A Data-Driven Approach to Customer Lifetime Value Prediction Using Probability and Machine Learning Models,” </a:t>
            </a:r>
            <a:r>
              <a:rPr lang="en-IN" sz="4000" i="1" dirty="0">
                <a:latin typeface="Times New Roman" panose="02020603050405020304" pitchFamily="18" charset="0"/>
                <a:cs typeface="Times New Roman" panose="02020603050405020304" pitchFamily="18" charset="0"/>
              </a:rPr>
              <a:t>Data Analytics Journal</a:t>
            </a:r>
            <a:r>
              <a:rPr lang="en-IN" sz="4000" dirty="0">
                <a:latin typeface="Times New Roman" panose="02020603050405020304" pitchFamily="18" charset="0"/>
                <a:cs typeface="Times New Roman" panose="02020603050405020304" pitchFamily="18" charset="0"/>
              </a:rPr>
              <a:t>, vol. 3, Art. no. 100601, Elsevier, 2025. </a:t>
            </a:r>
          </a:p>
          <a:p>
            <a:r>
              <a:rPr lang="en-IN" sz="4000" dirty="0">
                <a:latin typeface="Times New Roman" panose="02020603050405020304" pitchFamily="18" charset="0"/>
                <a:cs typeface="Times New Roman" panose="02020603050405020304" pitchFamily="18" charset="0"/>
              </a:rPr>
              <a:t>[2] L. Taherkhani, A. Daneshvar, H. </a:t>
            </a:r>
            <a:r>
              <a:rPr lang="en-IN" sz="4000" dirty="0" err="1">
                <a:latin typeface="Times New Roman" panose="02020603050405020304" pitchFamily="18" charset="0"/>
                <a:cs typeface="Times New Roman" panose="02020603050405020304" pitchFamily="18" charset="0"/>
              </a:rPr>
              <a:t>Amoozad</a:t>
            </a:r>
            <a:r>
              <a:rPr lang="en-IN" sz="4000" dirty="0">
                <a:latin typeface="Times New Roman" panose="02020603050405020304" pitchFamily="18" charset="0"/>
                <a:cs typeface="Times New Roman" panose="02020603050405020304" pitchFamily="18" charset="0"/>
              </a:rPr>
              <a:t> Khalili, and M. R. </a:t>
            </a:r>
            <a:r>
              <a:rPr lang="en-IN" sz="4000" dirty="0" err="1">
                <a:latin typeface="Times New Roman" panose="02020603050405020304" pitchFamily="18" charset="0"/>
                <a:cs typeface="Times New Roman" panose="02020603050405020304" pitchFamily="18" charset="0"/>
              </a:rPr>
              <a:t>Sanaei</a:t>
            </a:r>
            <a:r>
              <a:rPr lang="en-IN" sz="4000" dirty="0">
                <a:latin typeface="Times New Roman" panose="02020603050405020304" pitchFamily="18" charset="0"/>
                <a:cs typeface="Times New Roman" panose="02020603050405020304" pitchFamily="18" charset="0"/>
              </a:rPr>
              <a:t>, “Analysis and Optimization of Customer Lifetime Value Prediction Using Machine Learning and Deep Learning Models by RFM Techniques,” </a:t>
            </a:r>
            <a:r>
              <a:rPr lang="en-IN" sz="4000" i="1" dirty="0">
                <a:latin typeface="Times New Roman" panose="02020603050405020304" pitchFamily="18" charset="0"/>
                <a:cs typeface="Times New Roman" panose="02020603050405020304" pitchFamily="18" charset="0"/>
              </a:rPr>
              <a:t>International Journal of Web Research</a:t>
            </a:r>
            <a:r>
              <a:rPr lang="en-IN" sz="4000" dirty="0">
                <a:latin typeface="Times New Roman" panose="02020603050405020304" pitchFamily="18" charset="0"/>
                <a:cs typeface="Times New Roman" panose="02020603050405020304" pitchFamily="18" charset="0"/>
              </a:rPr>
              <a:t>, vol. 8, no. 2, pp. 79–92, Apr. 2025. </a:t>
            </a:r>
          </a:p>
          <a:p>
            <a:r>
              <a:rPr lang="en-IN" sz="4000" dirty="0">
                <a:latin typeface="Times New Roman" panose="02020603050405020304" pitchFamily="18" charset="0"/>
                <a:cs typeface="Times New Roman" panose="02020603050405020304" pitchFamily="18" charset="0"/>
              </a:rPr>
              <a:t>[3] “Machine Learning for Predicting Customer Lifetime Value in Retail,” </a:t>
            </a:r>
            <a:r>
              <a:rPr lang="en-IN" sz="4000" i="1" dirty="0">
                <a:latin typeface="Times New Roman" panose="02020603050405020304" pitchFamily="18" charset="0"/>
                <a:cs typeface="Times New Roman" panose="02020603050405020304" pitchFamily="18" charset="0"/>
              </a:rPr>
              <a:t>Canadian Journal of Marketing Research</a:t>
            </a:r>
            <a:r>
              <a:rPr lang="en-IN" sz="4000" dirty="0">
                <a:latin typeface="Times New Roman" panose="02020603050405020304" pitchFamily="18" charset="0"/>
                <a:cs typeface="Times New Roman" panose="02020603050405020304" pitchFamily="18" charset="0"/>
              </a:rPr>
              <a:t>, vol. 14, no. 3, Oct. 2024. </a:t>
            </a:r>
          </a:p>
          <a:p>
            <a:r>
              <a:rPr lang="en-IN" sz="4000" dirty="0">
                <a:latin typeface="Times New Roman" panose="02020603050405020304" pitchFamily="18" charset="0"/>
                <a:cs typeface="Times New Roman" panose="02020603050405020304" pitchFamily="18" charset="0"/>
              </a:rPr>
              <a:t>[4] Y. Yan and N. Resnick, “A High-Performance Turnkey System for Customer Lifetime Value Prediction in Retail Brands,” </a:t>
            </a:r>
            <a:r>
              <a:rPr lang="en-IN" sz="4000" i="1" dirty="0">
                <a:latin typeface="Times New Roman" panose="02020603050405020304" pitchFamily="18" charset="0"/>
                <a:cs typeface="Times New Roman" panose="02020603050405020304" pitchFamily="18" charset="0"/>
              </a:rPr>
              <a:t>Quantitative Marketing and Economics</a:t>
            </a:r>
            <a:r>
              <a:rPr lang="en-IN" sz="4000" dirty="0">
                <a:latin typeface="Times New Roman" panose="02020603050405020304" pitchFamily="18" charset="0"/>
                <a:cs typeface="Times New Roman" panose="02020603050405020304" pitchFamily="18" charset="0"/>
              </a:rPr>
              <a:t>, vol. 22, pp. 169–192, 2024.</a:t>
            </a:r>
          </a:p>
          <a:p>
            <a:endParaRPr lang="en-IN" sz="40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TotalTime>
  <Words>1411</Words>
  <Application>Microsoft Office PowerPoint</Application>
  <PresentationFormat>Custom</PresentationFormat>
  <Paragraphs>53</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21_BasicWhite</vt:lpstr>
      <vt:lpstr>Customer Lifetime Value Prediction Using Machine Learning Regression</vt:lpstr>
      <vt:lpstr>Abstract</vt:lpstr>
      <vt:lpstr>Problem Statement:</vt:lpstr>
      <vt:lpstr> Objectives</vt:lpstr>
      <vt:lpstr>System Architecture / Workflow</vt:lpstr>
      <vt:lpstr>Module 1: Customer Data Collection and integration </vt:lpstr>
      <vt:lpstr>Module 2: Data Preprocessing and Feature Engineering</vt:lpstr>
      <vt:lpstr>Module 3:Exploratory Data Analysis and Feature Selection</vt:lpstr>
      <vt:lpstr>Module 4: Customer Lifetime value Prediction using Random Forest Regression</vt:lpstr>
      <vt:lpstr>Module 5: Prediction Dashboard and Business Recommendation System </vt:lpstr>
      <vt:lpstr>Conclusion &amp; Future Work</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Lifetime Value Prediction Using Machine Learning Regression</dc:title>
  <cp:lastModifiedBy>S Anirudhan</cp:lastModifiedBy>
  <cp:revision>7</cp:revision>
  <dcterms:modified xsi:type="dcterms:W3CDTF">2026-08-01T04:25:23Z</dcterms:modified>
</cp:coreProperties>
</file>